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0"/>
  </p:notesMasterIdLst>
  <p:handoutMasterIdLst>
    <p:handoutMasterId r:id="rId11"/>
  </p:handoutMasterIdLst>
  <p:sldIdLst>
    <p:sldId id="300" r:id="rId6"/>
    <p:sldId id="298" r:id="rId7"/>
    <p:sldId id="309" r:id="rId8"/>
    <p:sldId id="310" r:id="rId9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54" d="100"/>
          <a:sy n="54" d="100"/>
        </p:scale>
        <p:origin x="211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/>
              <a:t>Введение в </a:t>
            </a:r>
            <a:r>
              <a:rPr lang="en-US" altLang="ru-RU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Работа с </a:t>
            </a:r>
            <a:r>
              <a:rPr lang="ru-RU" sz="4800" dirty="0" smtClean="0"/>
              <a:t>модулями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28715" y="1562154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19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833718" y="1455551"/>
            <a:ext cx="3451411" cy="431194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Разные способы импорта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math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import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math.sin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math import sin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math import </a:t>
            </a:r>
            <a:endParaRPr lang="en-US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if __name__ == “__main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__”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используется для дифференциации запуска кода как модуля и как скрипта.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/>
              <a:t>Введение в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Импорт модулей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948518" y="1455551"/>
            <a:ext cx="6615953" cy="431194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/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Указатель пакетов PyPi.org</a:t>
            </a:r>
          </a:p>
          <a:p>
            <a:pPr lvl="0"/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Установка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setuptools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Загрузка и распаковка архива(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Distribution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Запуск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cmd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каталоге распакованного архива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Команда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setup.py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install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После установки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setuptools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все остальные модули устанавливаются аналогично</a:t>
            </a:r>
          </a:p>
          <a:p>
            <a:pPr lvl="0"/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Минусы установки из источника: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Удаление модулей вручную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Возможен конфликт версий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 установке модуля, необходимые для его работы другие модули нужно тоже устанавливать вручную</a:t>
            </a:r>
          </a:p>
          <a:p>
            <a:pPr lvl="0"/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 модулей через </a:t>
            </a:r>
            <a:r>
              <a:rPr lang="en-US" dirty="0"/>
              <a:t>pip</a:t>
            </a:r>
            <a:endParaRPr lang="ru-RU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53036" y="1267293"/>
            <a:ext cx="10291482" cy="481077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устанавливается автоматический вместе с любым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позднее версии 3.4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Команды: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install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имя_модуля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—  Установка последней версии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install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имя_модуля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==1.0.0  —  Конкретная версия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uninstall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имя_модуля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—  Удаление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install -U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имя_модуля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—  Обновление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Установка модулей через 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без интернета: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download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имя_модуля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install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путь_к_модулю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whl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freeze &gt; requirements.txt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pip install –r requirements.txt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 –m </a:t>
            </a:r>
            <a:r>
              <a:rPr lang="en-US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venv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имя виртуального окружения”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“имя виртуального окружения”\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Scripts\activate</a:t>
            </a: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22585</TotalTime>
  <Words>191</Words>
  <Application>Microsoft Office PowerPoint</Application>
  <PresentationFormat>Широкоэкранный</PresentationFormat>
  <Paragraphs>44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4</vt:i4>
      </vt:variant>
    </vt:vector>
  </HeadingPairs>
  <TitlesOfParts>
    <vt:vector size="13" baseType="lpstr">
      <vt:lpstr>Arial</vt:lpstr>
      <vt:lpstr>Arial Narrow</vt:lpstr>
      <vt:lpstr>Calibri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Импорт модулей</vt:lpstr>
      <vt:lpstr>Установка модулей через pip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1197</cp:revision>
  <cp:lastPrinted>2019-09-16T14:00:21Z</cp:lastPrinted>
  <dcterms:created xsi:type="dcterms:W3CDTF">2019-09-13T09:31:10Z</dcterms:created>
  <dcterms:modified xsi:type="dcterms:W3CDTF">2025-11-27T08:41:37Z</dcterms:modified>
</cp:coreProperties>
</file>