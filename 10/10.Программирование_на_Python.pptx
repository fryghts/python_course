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0"/>
  </p:notesMasterIdLst>
  <p:handoutMasterIdLst>
    <p:handoutMasterId r:id="rId11"/>
  </p:handoutMasterIdLst>
  <p:sldIdLst>
    <p:sldId id="300" r:id="rId6"/>
    <p:sldId id="298" r:id="rId7"/>
    <p:sldId id="306" r:id="rId8"/>
    <p:sldId id="307" r:id="rId9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4A596A"/>
    <a:srgbClr val="0079C2"/>
    <a:srgbClr val="8A9BAE"/>
    <a:srgbClr val="0051A3"/>
    <a:srgbClr val="004181"/>
    <a:srgbClr val="43B7F7"/>
    <a:srgbClr val="929AA4"/>
    <a:srgbClr val="CC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5" autoAdjust="0"/>
    <p:restoredTop sz="96318" autoAdjust="0"/>
  </p:normalViewPr>
  <p:slideViewPr>
    <p:cSldViewPr snapToGrid="0" showGuides="1">
      <p:cViewPr varScale="1">
        <p:scale>
          <a:sx n="85" d="100"/>
          <a:sy n="85" d="100"/>
        </p:scale>
        <p:origin x="619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390148" y="2252205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Функции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5088" y="1576867"/>
            <a:ext cx="2204450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10</a:t>
            </a:r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34313" y="1351508"/>
            <a:ext cx="11414252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Задача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Написать функцию 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divides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(a, b), которая для целых a и b возвращает целый результат деления a на b, если a делится на b, или же деления b на a, если b делится на a, или 0 в противном случае. На 0, понятно, ничего не делится. </a:t>
            </a:r>
            <a:endParaRPr kumimoji="0" lang="en-US" altLang="ru-RU" sz="1800" b="0" i="0" u="none" strike="noStrike" cap="none" normalizeH="0" baseline="0" dirty="0" smtClean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2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Дана последовательность целых чисел, заканчивающаяся числом 0. Выведите эту последовательность в обратном порядке. При решении этой задачи нельзя пользоваться массивами и прочими динамическими структурами данных. Рекурсия вам поможет.</a:t>
            </a: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3</a:t>
            </a: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Напишите функцию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fib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(n), которая по данному целому неотрицательному n возвращает n-e число Фибоначчи. В этой задаче нельзя использовать циклы — используйте рекурсию.</a:t>
            </a:r>
          </a:p>
          <a:p>
            <a:endParaRPr lang="en-US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03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72354" y="1529045"/>
            <a:ext cx="10408022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4</a:t>
            </a:r>
          </a:p>
          <a:p>
            <a:pPr lvl="0"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Напишите функцию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capitalize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(), которая принимает слово из маленьких латинских букв и возвращает его же, меняя первую букву на большую.</a:t>
            </a:r>
          </a:p>
          <a:p>
            <a:pPr lvl="0"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Например,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capitalize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('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word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')) должно печатать слово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Word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5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 начала суток прошло H часов, M минут, S секунд (0 ≤ H &lt; 12, 0 ≤ M &lt; 60, 0 ≤ S &lt; 60). Напишите функцию, которая по данным числам H, M, S возвращает угол (в градусах), на который повернулась часовая стрелка с начала.</a:t>
            </a:r>
          </a:p>
          <a:p>
            <a:pPr lvl="0">
              <a:buClrTx/>
            </a:pP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Задача 6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Напишите функцию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sum_positive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numbers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которая принимает на вход список целых чисел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numbers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Функция должна вернуть сумму только положительных элементов этого списка. Если положительных элементов нет, вернуть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48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25127</TotalTime>
  <Words>119</Words>
  <Application>Microsoft Office PowerPoint</Application>
  <PresentationFormat>Широкоэкранный</PresentationFormat>
  <Paragraphs>25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4</vt:i4>
      </vt:variant>
    </vt:vector>
  </HeadingPairs>
  <TitlesOfParts>
    <vt:vector size="13" baseType="lpstr">
      <vt:lpstr>Arial</vt:lpstr>
      <vt:lpstr>Arial Narrow</vt:lpstr>
      <vt:lpstr>Calibri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Задачи</vt:lpstr>
      <vt:lpstr>Задачи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1184</cp:revision>
  <cp:lastPrinted>2019-09-16T14:00:21Z</cp:lastPrinted>
  <dcterms:created xsi:type="dcterms:W3CDTF">2019-09-13T09:31:10Z</dcterms:created>
  <dcterms:modified xsi:type="dcterms:W3CDTF">2025-10-23T08:22:05Z</dcterms:modified>
</cp:coreProperties>
</file>