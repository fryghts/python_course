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0"/>
  </p:notesMasterIdLst>
  <p:handoutMasterIdLst>
    <p:handoutMasterId r:id="rId11"/>
  </p:handoutMasterIdLst>
  <p:sldIdLst>
    <p:sldId id="300" r:id="rId6"/>
    <p:sldId id="298" r:id="rId7"/>
    <p:sldId id="307" r:id="rId8"/>
    <p:sldId id="306" r:id="rId9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5" autoAdjust="0"/>
    <p:restoredTop sz="96318" autoAdjust="0"/>
  </p:normalViewPr>
  <p:slideViewPr>
    <p:cSldViewPr snapToGrid="0" showGuides="1">
      <p:cViewPr varScale="1">
        <p:scale>
          <a:sx n="54" d="100"/>
          <a:sy n="54" d="100"/>
        </p:scale>
        <p:origin x="240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910101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ООП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18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82707" y="1322292"/>
            <a:ext cx="10408022" cy="5355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Создай класс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У каждого студента должно быть: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(имя, строка)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year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(курс, целое число)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grades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(список оценок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Методы: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add_grade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добавляет оценку в список.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get_average_grade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(): возвращает средний балл студента.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promote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(): увеличивает курс на 1 (если курс меньше 5).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__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__: возвращает строку вида "Студент Иван, 2 курс, средний балл: 4.2"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Создай класс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Professor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У профессора есть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и список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Методы: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add_student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добавить студента в список.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remove_student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student_name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удалить студента по имени.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get_all_averages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(): выводит на экран имя каждого студента и его средний балл.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find_top_student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(): возвращает студента с самым высоким средним баллом.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15019"/>
            <a:ext cx="65" cy="68723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358056"/>
            <a:ext cx="65" cy="68723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933691"/>
            <a:ext cx="65" cy="482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-124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-124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Введение в </a:t>
            </a:r>
            <a:r>
              <a:rPr lang="en-US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endParaRPr 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3654" y="1251178"/>
            <a:ext cx="11414252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2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Создай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класс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BankAccount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owner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(владелец)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(баланс, по умолчанию 0)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is_active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(активен ли счет, по умолчанию 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Методы: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deposit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amount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пополняет счет. Нельзя пополнить отрицательной суммой.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withdraw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amount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снимает деньги, но только если счет активен и сумма не превышает баланс.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deactivate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 /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activate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(): блокирует и разблокирует счет.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__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__: выводит информацию о счете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send_money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to_account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amount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 - удобный метод для перевода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Добавь атрибут 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transaction_history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(список словарей). Каждая операция (пополнение/снятие) должна добавлять запись в историю.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Формат записи: {"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": 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deposit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amount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": 1000, 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balance_after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": 1000, 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timestamp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": "2024-01-15 14:30"}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Добавь методы: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get_statement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last_n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=10) - выводит последние N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операций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24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24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0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33817</TotalTime>
  <Words>27</Words>
  <Application>Microsoft Office PowerPoint</Application>
  <PresentationFormat>Широкоэкранный</PresentationFormat>
  <Paragraphs>40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4</vt:i4>
      </vt:variant>
    </vt:vector>
  </HeadingPairs>
  <TitlesOfParts>
    <vt:vector size="13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1192</cp:revision>
  <cp:lastPrinted>2019-09-16T14:00:21Z</cp:lastPrinted>
  <dcterms:created xsi:type="dcterms:W3CDTF">2019-09-13T09:31:10Z</dcterms:created>
  <dcterms:modified xsi:type="dcterms:W3CDTF">2025-11-27T08:39:28Z</dcterms:modified>
</cp:coreProperties>
</file>