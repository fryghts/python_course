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1"/>
  </p:notesMasterIdLst>
  <p:handoutMasterIdLst>
    <p:handoutMasterId r:id="rId12"/>
  </p:handoutMasterIdLst>
  <p:sldIdLst>
    <p:sldId id="300" r:id="rId6"/>
    <p:sldId id="298" r:id="rId7"/>
    <p:sldId id="306" r:id="rId8"/>
    <p:sldId id="307" r:id="rId9"/>
    <p:sldId id="308" r:id="rId10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4A596A"/>
    <a:srgbClr val="0079C2"/>
    <a:srgbClr val="8A9BAE"/>
    <a:srgbClr val="0051A3"/>
    <a:srgbClr val="004181"/>
    <a:srgbClr val="43B7F7"/>
    <a:srgbClr val="929AA4"/>
    <a:srgbClr val="CC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85" d="100"/>
          <a:sy n="85" d="100"/>
        </p:scale>
        <p:origin x="619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29.10.2025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29.10.2025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390148" y="2252205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Множества и словари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5088" y="1576867"/>
            <a:ext cx="2204450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1</a:t>
            </a:r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2.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01230" y="1485978"/>
            <a:ext cx="11414252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1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 список чисел. Определите, сколько в нем встречается различных чисел. 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Даны два списка чисел. Посчитайте, сколько чисел содержится одновременно как в первом списке, так и во втором и выведите их в порядке возрастания.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2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 текст в одной строке. Определите, сколько различных слов(без учёта регистра) содержится в этом тексте. Словом считается последовательность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непробельных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символов идущих подряд, слова разделены пробелами.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3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 вход подаются строки из двух слов, разделённых пробелом. Каждое слово является синонимом к парному ему слову. Все слова в словаре различны. 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Напишите код, который будет определять синоним слова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03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72354" y="1113547"/>
            <a:ext cx="10408022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4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первой строке содержится число N — количество английских слов в словаре. Далее следует N описаний. Каждое описание содержится в отдельной строке, в которой записано сначала английское слово, затем отделённый пробелами дефис, затем разделённые запятыми с пробелами переводы этого английского слова на русский. Выведите соответствующий данному обратный словарь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Дана база данных о продажах некоторого интернет-магазина. Каждая строка входного файла представляет собой запись вида Покупатель товар количество, где Покупатель — имя покупателя (строка без пробелов), товар — название товара (строка без пробелов), количество — количество приобретенных единиц товара.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Создайте список всех покупателей, а для каждого покупателя подсчитайте количество приобретенных им единиц каждого вида товаров. Список покупателей, а также список товаров для каждого покупателя нужно выводить в лексикографическом порядке.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48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63389" y="2279359"/>
            <a:ext cx="10408022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6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базе данных ветеринарной клиники информация о пациентах-котах хранится в списке кортежей. Данные о кошках и их владельцах записаны в формате «Кличка животного, Возраст животного, Имя владельца». Обнаружилось, что имена некоторых владельцев повторяются, потому что у них несколько кошек. Необходимо оптимизировать хранение данных таким образом, чтобы для каждого владельца при выводе на печать данные о всех его животных отображались в одной строке: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Игорь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Бероев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Муся, 7; Изольда, 2</a:t>
            </a:r>
          </a:p>
        </p:txBody>
      </p:sp>
    </p:spTree>
    <p:extLst>
      <p:ext uri="{BB962C8B-B14F-4D97-AF65-F5344CB8AC3E}">
        <p14:creationId xmlns:p14="http://schemas.microsoft.com/office/powerpoint/2010/main" val="107468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25128</TotalTime>
  <Words>363</Words>
  <Application>Microsoft Office PowerPoint</Application>
  <PresentationFormat>Широкоэкранный</PresentationFormat>
  <Paragraphs>31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Arial Narrow</vt:lpstr>
      <vt:lpstr>Calibri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Задачи</vt:lpstr>
      <vt:lpstr>Задачи</vt:lpstr>
      <vt:lpstr>Задачи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1185</cp:revision>
  <cp:lastPrinted>2019-09-16T14:00:21Z</cp:lastPrinted>
  <dcterms:created xsi:type="dcterms:W3CDTF">2019-09-13T09:31:10Z</dcterms:created>
  <dcterms:modified xsi:type="dcterms:W3CDTF">2025-10-29T08:25:10Z</dcterms:modified>
</cp:coreProperties>
</file>