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2"/>
  </p:notesMasterIdLst>
  <p:handoutMasterIdLst>
    <p:handoutMasterId r:id="rId13"/>
  </p:handoutMasterIdLst>
  <p:sldIdLst>
    <p:sldId id="300" r:id="rId6"/>
    <p:sldId id="298" r:id="rId7"/>
    <p:sldId id="306" r:id="rId8"/>
    <p:sldId id="307" r:id="rId9"/>
    <p:sldId id="309" r:id="rId10"/>
    <p:sldId id="308" r:id="rId11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78" d="100"/>
          <a:sy n="78" d="100"/>
        </p:scale>
        <p:origin x="96" y="21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Списки. Практика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153118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8.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8895" y="1378027"/>
            <a:ext cx="1154129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</a:p>
          <a:p>
            <a:pPr lvl="0"/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вход даётся строка целых чисел через запятую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Выведите все элементы списка с четными индексами (то есть A[0], A[2], A[4], ...).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Выведите все четные элементы списка. При этом используйте цикл </a:t>
            </a:r>
            <a:r>
              <a:rPr lang="ru-RU" altLang="ru-RU" sz="20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перебирающий элементы списка, а не их индексы!</a:t>
            </a:r>
          </a:p>
          <a:p>
            <a:pPr marL="285750" lvl="0" indent="-285750">
              <a:buClrTx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Выведите все элементы списка, которые больше предыдущего элемента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buClrTx/>
            </a:pPr>
            <a:endParaRPr lang="ru-RU" altLang="ru-RU" sz="20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en-US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 список чисел. Выведите значение наибольшего элемента в списке, а затем индекс этого элемента в списке. Если наибольших элементов несколько, выведите индекс первого из них.</a:t>
            </a:r>
          </a:p>
          <a:p>
            <a:pPr lvl="0">
              <a:buClrTx/>
            </a:pPr>
            <a:endParaRPr lang="ru-RU" altLang="ru-RU" sz="20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en-US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списке все элементы различны. Поменяйте местами минимальный и максимальный элемент этого списка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0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2119" y="1297345"/>
            <a:ext cx="1103329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Переставьте соседние элементы списка (A[0] c A[1], A[2] c A[3] и т. д.). Если элементов нечетное число, то последний элемент остается на своем месте.</a:t>
            </a:r>
          </a:p>
          <a:p>
            <a:pPr lvl="0">
              <a:buClrTx/>
            </a:pP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 список целых чисел. Определите, сколько в этом списке элементов, которые больше двух своих соседей, и выведите количество таких элементов. Крайние элементы списка никогда не учитываются, поскольку у них недостаточно соседей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 </a:t>
            </a:r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первой строке вводится несколько (более одного) чисел через запятую. В последующих строках — произвольный текст. Последняя строка содержит одну точку, это конец ввода. Вывести, сколько раз каждое из этих чисел встречается в тексте. Достаточно воспользоваться строковым методом .</a:t>
            </a:r>
            <a:r>
              <a:rPr lang="ru-RU" sz="20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</a:t>
            </a:r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и подсчитать количество вхождений числа как подстроки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5021" y="1458772"/>
            <a:ext cx="11407948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8</a:t>
            </a:r>
            <a:endParaRPr lang="en-US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 список целых чисел. Создайте новый список, содержащий только те элементы исходного списка, которые являются нечетными. Выведите новый список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9</a:t>
            </a:r>
          </a:p>
          <a:p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</a:t>
            </a:r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вход даётся строка целых чисел через запятую. Выведите элементы списка в обратном порядке, не используя встроенную функцию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reverse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или метод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reversed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(). </a:t>
            </a:r>
            <a:endParaRPr lang="en-US" altLang="ru-RU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ru-RU" sz="9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10</a:t>
            </a: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вход дается одно целое число N. Создайте список, состоящий из N элементов, где i-й элемент равен своему индексу, умноженному на 2 (т.е. A[i]=i×2). Выведите получившийся список.</a:t>
            </a:r>
          </a:p>
          <a:p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0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8095" y="1143456"/>
            <a:ext cx="1140794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Программа получает на вход неубывающую последовательность натуральных чисел, означающих рост каждого человека в строю. После этого вводится число X – рост Пети. Выведите номер, под которым Петя должен встать в строй. Если в строю есть люди с одинаковым ростом, таким же, как у Пети, то он должен встать после них.</a:t>
            </a:r>
          </a:p>
          <a:p>
            <a:endParaRPr lang="ru-RU" sz="20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12 </a:t>
            </a:r>
          </a:p>
          <a:p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Написать функцию, </a:t>
            </a:r>
            <a:r>
              <a:rPr lang="ru-RU" sz="20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binsearch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(x, A), реализующую двоичный поиск элемента x по индексируемой последовательности (списку, кортежу или даже </a:t>
            </a:r>
            <a:r>
              <a:rPr lang="ru-RU" sz="20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A. Гарантировано, что последовательность упорядочена по возрастанию. Функция возвращает </a:t>
            </a:r>
            <a:r>
              <a:rPr lang="ru-RU" sz="20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если </a:t>
            </a:r>
            <a:r>
              <a:rPr lang="ru-RU" sz="20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x∈A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 </a:t>
            </a:r>
            <a:r>
              <a:rPr lang="ru-RU" sz="20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противном случае.</a:t>
            </a:r>
          </a:p>
        </p:txBody>
      </p:sp>
    </p:spTree>
    <p:extLst>
      <p:ext uri="{BB962C8B-B14F-4D97-AF65-F5344CB8AC3E}">
        <p14:creationId xmlns:p14="http://schemas.microsoft.com/office/powerpoint/2010/main" val="428614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22398</TotalTime>
  <Words>388</Words>
  <Application>Microsoft Office PowerPoint</Application>
  <PresentationFormat>Широкоэкранный</PresentationFormat>
  <Paragraphs>46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Задачи</vt:lpstr>
      <vt:lpstr>Задачи</vt:lpstr>
      <vt:lpstr>Задачи</vt:lpstr>
      <vt:lpstr>Задачи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1177</cp:revision>
  <cp:lastPrinted>2019-09-16T14:00:21Z</cp:lastPrinted>
  <dcterms:created xsi:type="dcterms:W3CDTF">2019-09-13T09:31:10Z</dcterms:created>
  <dcterms:modified xsi:type="dcterms:W3CDTF">2025-10-20T13:41:09Z</dcterms:modified>
</cp:coreProperties>
</file>