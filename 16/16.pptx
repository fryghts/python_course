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0"/>
  </p:notesMasterIdLst>
  <p:handoutMasterIdLst>
    <p:handoutMasterId r:id="rId11"/>
  </p:handoutMasterIdLst>
  <p:sldIdLst>
    <p:sldId id="300" r:id="rId6"/>
    <p:sldId id="298" r:id="rId7"/>
    <p:sldId id="309" r:id="rId8"/>
    <p:sldId id="310" r:id="rId9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0" d="100"/>
          <a:sy n="80" d="100"/>
        </p:scale>
        <p:origin x="811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Исключения и </a:t>
            </a:r>
          </a:p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Итераторы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8715" y="1562154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1</a:t>
            </a:r>
            <a:r>
              <a:rPr lang="ru-RU" sz="11500" b="1">
                <a:solidFill>
                  <a:schemeClr val="bg1">
                    <a:lumMod val="65000"/>
                  </a:schemeClr>
                </a:solidFill>
                <a:latin typeface="+mj-lt"/>
              </a:rPr>
              <a:t>5.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99186" y="1383956"/>
            <a:ext cx="10793628" cy="4479323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1.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Чтение файла с обработкой Создайте функцию, которая пытается открыть файл и прочитать его содержимое. Если файл не существует, функция должна создать его с текстом "Файл создан автоматически".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Есть список случайных чисел. Выведите все элементы, которые меньше 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Даны 2 списка со случайными числами. Нужно вернуть список, который состоит из элементов, общих для этих двух списков.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Напишите генератор, выдающий очередное значение суммы ряда           начиная с первого элемента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Посчитать сумму для N=10000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7662039A-22D0-45A1-AE5D-E31FF4A1DE9A}"/>
                  </a:ext>
                </a:extLst>
              </p:cNvPr>
              <p:cNvSpPr txBox="1"/>
              <p:nvPr/>
            </p:nvSpPr>
            <p:spPr>
              <a:xfrm>
                <a:off x="7920516" y="4104918"/>
                <a:ext cx="465769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solidFill>
                                <a:srgbClr val="0077C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7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solidFill>
                                <a:srgbClr val="0077C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77C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 smtClean="0">
                              <a:solidFill>
                                <a:srgbClr val="0077C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7C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7C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077C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77C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77C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ru-RU" dirty="0">
                  <a:solidFill>
                    <a:srgbClr val="0077C2"/>
                  </a:solidFill>
                </a:endParaRPr>
              </a:p>
            </p:txBody>
          </p:sp>
        </mc:Choice>
        <mc:Fallback xmlns=""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7662039A-22D0-45A1-AE5D-E31FF4A1D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516" y="4104918"/>
                <a:ext cx="465769" cy="588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67402" y="1427204"/>
            <a:ext cx="10903430" cy="477588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Реализуйте функцию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zip_longest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(*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iterables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fillvalue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None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), которая работает как встроенная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zip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но продолжает итерацию до самого длинного итерируемого объекта, заполняя отсутствующие значения.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Создайте генератор случайных паролей заданной длины. Каждый вызов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next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() выдает новый пароль из букв и цифр.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Написать параметрическую генератор-функцию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turtle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(), описывающую движение «черепахи» по координатной плоскости. Координаты увеличиваются на северо-восток. Генератор принимает три команды — "f" (переход на 1 шаг вперёд), "l" (поворот против часовой стрелки на 90°) и "r" (поворот по часовой стрелке на 90°) и возвращает текущие координаты черепахи.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генератор чисел в последовательности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Фиббоначи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22381</TotalTime>
  <Words>251</Words>
  <Application>Microsoft Office PowerPoint</Application>
  <PresentationFormat>Широкоэкранный</PresentationFormat>
  <Paragraphs>33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Arial</vt:lpstr>
      <vt:lpstr>Arial Narrow</vt:lpstr>
      <vt:lpstr>Calibri</vt:lpstr>
      <vt:lpstr>Cambria Math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Илья Бадрызлов</cp:lastModifiedBy>
  <cp:revision>1198</cp:revision>
  <cp:lastPrinted>2019-09-16T14:00:21Z</cp:lastPrinted>
  <dcterms:created xsi:type="dcterms:W3CDTF">2019-09-13T09:31:10Z</dcterms:created>
  <dcterms:modified xsi:type="dcterms:W3CDTF">2025-11-27T08:33:18Z</dcterms:modified>
</cp:coreProperties>
</file>