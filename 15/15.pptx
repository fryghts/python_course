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4.xml" ContentType="application/vnd.openxmlformats-officedocument.theme+xml"/>
  <Override PartName="/ppt/slideLayouts/slideLayout7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2" r:id="rId1"/>
    <p:sldMasterId id="2147483864" r:id="rId2"/>
    <p:sldMasterId id="2147483866" r:id="rId3"/>
    <p:sldMasterId id="2147483869" r:id="rId4"/>
    <p:sldMasterId id="2147483872" r:id="rId5"/>
  </p:sldMasterIdLst>
  <p:notesMasterIdLst>
    <p:notesMasterId r:id="rId10"/>
  </p:notesMasterIdLst>
  <p:handoutMasterIdLst>
    <p:handoutMasterId r:id="rId11"/>
  </p:handoutMasterIdLst>
  <p:sldIdLst>
    <p:sldId id="300" r:id="rId6"/>
    <p:sldId id="298" r:id="rId7"/>
    <p:sldId id="309" r:id="rId8"/>
    <p:sldId id="310" r:id="rId9"/>
  </p:sldIdLst>
  <p:sldSz cx="12192000" cy="6858000"/>
  <p:notesSz cx="6889750" cy="10018713"/>
  <p:defaultTextStyle>
    <a:defPPr>
      <a:defRPr lang="ru-RU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7C2"/>
    <a:srgbClr val="000000"/>
    <a:srgbClr val="CBD7E9"/>
    <a:srgbClr val="4A596A"/>
    <a:srgbClr val="0079C2"/>
    <a:srgbClr val="8A9BAE"/>
    <a:srgbClr val="0051A3"/>
    <a:srgbClr val="004181"/>
    <a:srgbClr val="43B7F7"/>
    <a:srgbClr val="929A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327F97BB-C833-4FB7-BDE5-3F7075034690}" styleName="Стиль из темы 2 - акцент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Стиль из темы 2 - акцент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FD0F851-EC5A-4D38-B0AD-8093EC10F338}" styleName="Светлый стиль 1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Светлый стиль 1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35" autoAdjust="0"/>
    <p:restoredTop sz="96318" autoAdjust="0"/>
  </p:normalViewPr>
  <p:slideViewPr>
    <p:cSldViewPr snapToGrid="0" showGuides="1">
      <p:cViewPr varScale="1">
        <p:scale>
          <a:sx n="155" d="100"/>
          <a:sy n="155" d="100"/>
        </p:scale>
        <p:origin x="588" y="180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0" d="100"/>
        <a:sy n="200" d="100"/>
      </p:scale>
      <p:origin x="0" y="0"/>
    </p:cViewPr>
  </p:notesTextViewPr>
  <p:sorterViewPr>
    <p:cViewPr>
      <p:scale>
        <a:sx n="100" d="100"/>
        <a:sy n="100" d="100"/>
      </p:scale>
      <p:origin x="0" y="-52188"/>
    </p:cViewPr>
  </p:sorterViewPr>
  <p:notesViewPr>
    <p:cSldViewPr snapToGrid="0" showGuides="1">
      <p:cViewPr varScale="1">
        <p:scale>
          <a:sx n="77" d="100"/>
          <a:sy n="77" d="100"/>
        </p:scale>
        <p:origin x="2388" y="114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2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handoutMaster" Target="handoutMasters/handoutMaster1.xml"/><Relationship Id="rId5" Type="http://schemas.openxmlformats.org/officeDocument/2006/relationships/slideMaster" Target="slideMasters/slideMaster5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6088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902075" y="0"/>
            <a:ext cx="2986088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3F1D0005-DD6C-4AA6-9543-B01BDE559B4D}" type="datetimeFigureOut">
              <a:rPr lang="ru-RU"/>
              <a:pPr>
                <a:defRPr/>
              </a:pPr>
              <a:t>19.11.2025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9517063"/>
            <a:ext cx="2986088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902075" y="9517063"/>
            <a:ext cx="2986088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17D8B954-ADF2-4712-AA5A-293394101730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947107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6088" cy="503238"/>
          </a:xfrm>
          <a:prstGeom prst="rect">
            <a:avLst/>
          </a:prstGeom>
        </p:spPr>
        <p:txBody>
          <a:bodyPr vert="horz" lIns="96616" tIns="48308" rIns="96616" bIns="48308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6088" cy="503238"/>
          </a:xfrm>
          <a:prstGeom prst="rect">
            <a:avLst/>
          </a:prstGeom>
        </p:spPr>
        <p:txBody>
          <a:bodyPr vert="horz" lIns="96616" tIns="48308" rIns="96616" bIns="48308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fld id="{C57AF103-4D3C-4EA1-B312-535F71B34CD3}" type="datetimeFigureOut">
              <a:rPr lang="ru-RU"/>
              <a:pPr>
                <a:defRPr/>
              </a:pPr>
              <a:t>19.11.2025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10275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16" tIns="48308" rIns="96616" bIns="48308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8975" y="4821238"/>
            <a:ext cx="5511800" cy="3944937"/>
          </a:xfrm>
          <a:prstGeom prst="rect">
            <a:avLst/>
          </a:prstGeom>
        </p:spPr>
        <p:txBody>
          <a:bodyPr vert="horz" lIns="96616" tIns="48308" rIns="96616" bIns="48308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515475"/>
            <a:ext cx="2986088" cy="503238"/>
          </a:xfrm>
          <a:prstGeom prst="rect">
            <a:avLst/>
          </a:prstGeom>
        </p:spPr>
        <p:txBody>
          <a:bodyPr vert="horz" lIns="96616" tIns="48308" rIns="96616" bIns="48308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902075" y="9515475"/>
            <a:ext cx="2986088" cy="503238"/>
          </a:xfrm>
          <a:prstGeom prst="rect">
            <a:avLst/>
          </a:prstGeom>
        </p:spPr>
        <p:txBody>
          <a:bodyPr vert="horz" lIns="96616" tIns="48308" rIns="96616" bIns="48308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fld id="{C90AB973-3156-4A16-9C53-876BCC91BFC0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49411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90AB973-3156-4A16-9C53-876BCC91BFC0}" type="slidenum">
              <a:rPr lang="ru-RU" smtClean="0"/>
              <a:pPr>
                <a:defRPr/>
              </a:pPr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1733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замены титу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7979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35650" y="-3175"/>
            <a:ext cx="6356350" cy="3648755"/>
          </a:xfrm>
          <a:prstGeom prst="rect">
            <a:avLst/>
          </a:prstGeom>
          <a:effectLst/>
        </p:spPr>
      </p:pic>
      <p:sp>
        <p:nvSpPr>
          <p:cNvPr id="20" name="Прямоугольник с двумя усеченными противолежащими углами 19"/>
          <p:cNvSpPr/>
          <p:nvPr/>
        </p:nvSpPr>
        <p:spPr>
          <a:xfrm>
            <a:off x="-1" y="0"/>
            <a:ext cx="10056813" cy="2336800"/>
          </a:xfrm>
          <a:prstGeom prst="snip2DiagRect">
            <a:avLst>
              <a:gd name="adj1" fmla="val 0"/>
              <a:gd name="adj2" fmla="val 0"/>
            </a:avLst>
          </a:prstGeom>
          <a:gradFill>
            <a:gsLst>
              <a:gs pos="0">
                <a:schemeClr val="bg1"/>
              </a:gs>
              <a:gs pos="80000">
                <a:srgbClr val="FFFFFF">
                  <a:alpha val="90000"/>
                </a:srgbClr>
              </a:gs>
              <a:gs pos="67000">
                <a:srgbClr val="FFFFFF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000">
              <a:solidFill>
                <a:prstClr val="white"/>
              </a:solidFill>
              <a:latin typeface="Arial Narrow" panose="020B0606020202030204" pitchFamily="34" charset="0"/>
            </a:endParaRPr>
          </a:p>
        </p:txBody>
      </p:sp>
      <p:grpSp>
        <p:nvGrpSpPr>
          <p:cNvPr id="24" name="Группа 23"/>
          <p:cNvGrpSpPr/>
          <p:nvPr/>
        </p:nvGrpSpPr>
        <p:grpSpPr>
          <a:xfrm>
            <a:off x="279018" y="146556"/>
            <a:ext cx="1543569" cy="761494"/>
            <a:chOff x="636588" y="195263"/>
            <a:chExt cx="1071562" cy="528637"/>
          </a:xfrm>
          <a:solidFill>
            <a:srgbClr val="0079C2"/>
          </a:solidFill>
        </p:grpSpPr>
        <p:sp>
          <p:nvSpPr>
            <p:cNvPr id="26" name="Freeform 5"/>
            <p:cNvSpPr>
              <a:spLocks noEditPoints="1"/>
            </p:cNvSpPr>
            <p:nvPr/>
          </p:nvSpPr>
          <p:spPr bwMode="auto">
            <a:xfrm>
              <a:off x="831850" y="195263"/>
              <a:ext cx="107950" cy="334962"/>
            </a:xfrm>
            <a:custGeom>
              <a:avLst/>
              <a:gdLst>
                <a:gd name="T0" fmla="*/ 1 h 2881172"/>
                <a:gd name="T1" fmla="*/ 1468 h 2744"/>
                <a:gd name="T2" fmla="*/ 727 w 891"/>
                <a:gd name="T3" fmla="*/ 1880 h 2744"/>
                <a:gd name="T4" fmla="*/ 677 w 891"/>
                <a:gd name="T5" fmla="*/ 1294 h 2744"/>
                <a:gd name="T6" fmla="*/ 443 w 891"/>
                <a:gd name="T7" fmla="*/ 660 h 2744"/>
                <a:gd name="T8" fmla="*/ 213 w 891"/>
                <a:gd name="T9" fmla="*/ 1292 h 2744"/>
                <a:gd name="T10" fmla="*/ 159 w 891"/>
                <a:gd name="T11" fmla="*/ 1886 h 2744"/>
                <a:gd name="T12" fmla="*/ 121 w 891"/>
                <a:gd name="T13" fmla="*/ 1310 h 2744"/>
                <a:gd name="T14" fmla="*/ 204 w 891"/>
                <a:gd name="T15" fmla="*/ 789 h 2744"/>
                <a:gd name="T16" fmla="*/ 443 w 891"/>
                <a:gd name="T17" fmla="*/ 216 h 2744"/>
                <a:gd name="T18" fmla="*/ 686 w 891"/>
                <a:gd name="T19" fmla="*/ 781 h 2744"/>
                <a:gd name="T20" fmla="*/ 1 h 2881172"/>
                <a:gd name="T21" fmla="*/ 1468 h 2744"/>
                <a:gd name="T22" fmla="*/ 445 w 891"/>
                <a:gd name="T23" fmla="*/ 2644 h 2744"/>
                <a:gd name="T24" fmla="*/ 323 w 891"/>
                <a:gd name="T25" fmla="*/ 2146 h 2744"/>
                <a:gd name="T26" fmla="*/ 447 w 891"/>
                <a:gd name="T27" fmla="*/ 1653 h 2744"/>
                <a:gd name="T28" fmla="*/ 565 w 891"/>
                <a:gd name="T29" fmla="*/ 2125 h 2744"/>
                <a:gd name="T30" fmla="*/ 445 w 891"/>
                <a:gd name="T31" fmla="*/ 2644 h 2744"/>
                <a:gd name="T32" fmla="*/ 799 w 891"/>
                <a:gd name="T33" fmla="*/ 784 h 2744"/>
                <a:gd name="T34" fmla="*/ 445 w 891"/>
                <a:gd name="T35" fmla="*/ 0 h 2744"/>
                <a:gd name="T36" fmla="*/ 117 w 891"/>
                <a:gd name="T37" fmla="*/ 685 h 2744"/>
                <a:gd name="T38" fmla="*/ 35 w 891"/>
                <a:gd name="T39" fmla="*/ 1673 h 2744"/>
                <a:gd name="T40" fmla="*/ 203 w 891"/>
                <a:gd name="T41" fmla="*/ 2307 h 2744"/>
                <a:gd name="T42" fmla="*/ 447 w 891"/>
                <a:gd name="T43" fmla="*/ 2744 h 2744"/>
                <a:gd name="T44" fmla="*/ 849 w 891"/>
                <a:gd name="T45" fmla="*/ 1717 h 2744"/>
                <a:gd name="T46" fmla="*/ 799 w 891"/>
                <a:gd name="T47" fmla="*/ 784 h 27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891" h="2744">
                  <a:moveTo>
                    <a:pt x="773" y="1468"/>
                  </a:moveTo>
                  <a:cubicBezTo>
                    <a:pt x="769" y="1621"/>
                    <a:pt x="751" y="1783"/>
                    <a:pt x="727" y="1880"/>
                  </a:cubicBezTo>
                  <a:cubicBezTo>
                    <a:pt x="736" y="1713"/>
                    <a:pt x="716" y="1478"/>
                    <a:pt x="677" y="1294"/>
                  </a:cubicBezTo>
                  <a:cubicBezTo>
                    <a:pt x="639" y="1110"/>
                    <a:pt x="530" y="802"/>
                    <a:pt x="443" y="660"/>
                  </a:cubicBezTo>
                  <a:cubicBezTo>
                    <a:pt x="363" y="796"/>
                    <a:pt x="264" y="1061"/>
                    <a:pt x="213" y="1292"/>
                  </a:cubicBezTo>
                  <a:cubicBezTo>
                    <a:pt x="161" y="1523"/>
                    <a:pt x="159" y="1802"/>
                    <a:pt x="159" y="1886"/>
                  </a:cubicBezTo>
                  <a:cubicBezTo>
                    <a:pt x="145" y="1815"/>
                    <a:pt x="111" y="1563"/>
                    <a:pt x="121" y="1310"/>
                  </a:cubicBezTo>
                  <a:cubicBezTo>
                    <a:pt x="129" y="1102"/>
                    <a:pt x="177" y="888"/>
                    <a:pt x="204" y="789"/>
                  </a:cubicBezTo>
                  <a:cubicBezTo>
                    <a:pt x="306" y="460"/>
                    <a:pt x="422" y="249"/>
                    <a:pt x="443" y="216"/>
                  </a:cubicBezTo>
                  <a:cubicBezTo>
                    <a:pt x="465" y="249"/>
                    <a:pt x="610" y="508"/>
                    <a:pt x="686" y="781"/>
                  </a:cubicBezTo>
                  <a:cubicBezTo>
                    <a:pt x="761" y="1053"/>
                    <a:pt x="776" y="1314"/>
                    <a:pt x="773" y="1468"/>
                  </a:cubicBezTo>
                  <a:close/>
                  <a:moveTo>
                    <a:pt x="445" y="2644"/>
                  </a:moveTo>
                  <a:cubicBezTo>
                    <a:pt x="400" y="2559"/>
                    <a:pt x="330" y="2397"/>
                    <a:pt x="323" y="2146"/>
                  </a:cubicBezTo>
                  <a:cubicBezTo>
                    <a:pt x="321" y="1904"/>
                    <a:pt x="418" y="1697"/>
                    <a:pt x="447" y="1653"/>
                  </a:cubicBezTo>
                  <a:cubicBezTo>
                    <a:pt x="472" y="1697"/>
                    <a:pt x="555" y="1877"/>
                    <a:pt x="565" y="2125"/>
                  </a:cubicBezTo>
                  <a:cubicBezTo>
                    <a:pt x="572" y="2367"/>
                    <a:pt x="492" y="2557"/>
                    <a:pt x="445" y="2644"/>
                  </a:cubicBezTo>
                  <a:close/>
                  <a:moveTo>
                    <a:pt x="799" y="784"/>
                  </a:moveTo>
                  <a:cubicBezTo>
                    <a:pt x="707" y="381"/>
                    <a:pt x="477" y="54"/>
                    <a:pt x="445" y="0"/>
                  </a:cubicBezTo>
                  <a:cubicBezTo>
                    <a:pt x="395" y="75"/>
                    <a:pt x="211" y="364"/>
                    <a:pt x="117" y="685"/>
                  </a:cubicBezTo>
                  <a:cubicBezTo>
                    <a:pt x="15" y="1043"/>
                    <a:pt x="0" y="1361"/>
                    <a:pt x="35" y="1673"/>
                  </a:cubicBezTo>
                  <a:cubicBezTo>
                    <a:pt x="70" y="1986"/>
                    <a:pt x="203" y="2307"/>
                    <a:pt x="203" y="2307"/>
                  </a:cubicBezTo>
                  <a:cubicBezTo>
                    <a:pt x="273" y="2475"/>
                    <a:pt x="378" y="2655"/>
                    <a:pt x="447" y="2744"/>
                  </a:cubicBezTo>
                  <a:cubicBezTo>
                    <a:pt x="547" y="2614"/>
                    <a:pt x="778" y="2225"/>
                    <a:pt x="849" y="1717"/>
                  </a:cubicBezTo>
                  <a:cubicBezTo>
                    <a:pt x="890" y="1434"/>
                    <a:pt x="891" y="1187"/>
                    <a:pt x="799" y="7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" name="Freeform 6"/>
            <p:cNvSpPr>
              <a:spLocks/>
            </p:cNvSpPr>
            <p:nvPr/>
          </p:nvSpPr>
          <p:spPr bwMode="auto">
            <a:xfrm>
              <a:off x="636588" y="358775"/>
              <a:ext cx="315912" cy="365125"/>
            </a:xfrm>
            <a:custGeom>
              <a:avLst/>
              <a:gdLst>
                <a:gd name="T0" fmla="*/ 2201 w 2597"/>
                <a:gd name="T1" fmla="*/ 1501 h 3002"/>
                <a:gd name="T2" fmla="*/ 1501 w 2597"/>
                <a:gd name="T3" fmla="*/ 1501 h 3002"/>
                <a:gd name="T4" fmla="*/ 1501 w 2597"/>
                <a:gd name="T5" fmla="*/ 1971 h 3002"/>
                <a:gd name="T6" fmla="*/ 1503 w 2597"/>
                <a:gd name="T7" fmla="*/ 1969 h 3002"/>
                <a:gd name="T8" fmla="*/ 2100 w 2597"/>
                <a:gd name="T9" fmla="*/ 1969 h 3002"/>
                <a:gd name="T10" fmla="*/ 2100 w 2597"/>
                <a:gd name="T11" fmla="*/ 2566 h 3002"/>
                <a:gd name="T12" fmla="*/ 2098 w 2597"/>
                <a:gd name="T13" fmla="*/ 2568 h 3002"/>
                <a:gd name="T14" fmla="*/ 2098 w 2597"/>
                <a:gd name="T15" fmla="*/ 2568 h 3002"/>
                <a:gd name="T16" fmla="*/ 2096 w 2597"/>
                <a:gd name="T17" fmla="*/ 2570 h 3002"/>
                <a:gd name="T18" fmla="*/ 1501 w 2597"/>
                <a:gd name="T19" fmla="*/ 2815 h 3002"/>
                <a:gd name="T20" fmla="*/ 905 w 2597"/>
                <a:gd name="T21" fmla="*/ 2568 h 3002"/>
                <a:gd name="T22" fmla="*/ 802 w 2597"/>
                <a:gd name="T23" fmla="*/ 1501 h 3002"/>
                <a:gd name="T24" fmla="*/ 905 w 2597"/>
                <a:gd name="T25" fmla="*/ 1375 h 3002"/>
                <a:gd name="T26" fmla="*/ 1501 w 2597"/>
                <a:gd name="T27" fmla="*/ 1129 h 3002"/>
                <a:gd name="T28" fmla="*/ 1501 w 2597"/>
                <a:gd name="T29" fmla="*/ 0 h 3002"/>
                <a:gd name="T30" fmla="*/ 0 w 2597"/>
                <a:gd name="T31" fmla="*/ 1501 h 3002"/>
                <a:gd name="T32" fmla="*/ 1501 w 2597"/>
                <a:gd name="T33" fmla="*/ 3002 h 3002"/>
                <a:gd name="T34" fmla="*/ 2597 w 2597"/>
                <a:gd name="T35" fmla="*/ 2527 h 3002"/>
                <a:gd name="T36" fmla="*/ 2597 w 2597"/>
                <a:gd name="T37" fmla="*/ 1501 h 3002"/>
                <a:gd name="T38" fmla="*/ 2201 w 2597"/>
                <a:gd name="T39" fmla="*/ 1501 h 30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597" h="3002">
                  <a:moveTo>
                    <a:pt x="2201" y="1501"/>
                  </a:moveTo>
                  <a:lnTo>
                    <a:pt x="1501" y="1501"/>
                  </a:lnTo>
                  <a:lnTo>
                    <a:pt x="1501" y="1971"/>
                  </a:lnTo>
                  <a:cubicBezTo>
                    <a:pt x="1502" y="1970"/>
                    <a:pt x="1503" y="1969"/>
                    <a:pt x="1503" y="1969"/>
                  </a:cubicBezTo>
                  <a:cubicBezTo>
                    <a:pt x="1668" y="1804"/>
                    <a:pt x="1935" y="1804"/>
                    <a:pt x="2100" y="1969"/>
                  </a:cubicBezTo>
                  <a:cubicBezTo>
                    <a:pt x="2265" y="2133"/>
                    <a:pt x="2265" y="2401"/>
                    <a:pt x="2100" y="2566"/>
                  </a:cubicBezTo>
                  <a:cubicBezTo>
                    <a:pt x="2100" y="2566"/>
                    <a:pt x="2099" y="2567"/>
                    <a:pt x="2098" y="2568"/>
                  </a:cubicBezTo>
                  <a:cubicBezTo>
                    <a:pt x="2098" y="2568"/>
                    <a:pt x="2098" y="2568"/>
                    <a:pt x="2098" y="2568"/>
                  </a:cubicBezTo>
                  <a:cubicBezTo>
                    <a:pt x="2097" y="2568"/>
                    <a:pt x="2096" y="2569"/>
                    <a:pt x="2096" y="2570"/>
                  </a:cubicBezTo>
                  <a:cubicBezTo>
                    <a:pt x="1931" y="2733"/>
                    <a:pt x="1716" y="2815"/>
                    <a:pt x="1501" y="2815"/>
                  </a:cubicBezTo>
                  <a:cubicBezTo>
                    <a:pt x="1286" y="2815"/>
                    <a:pt x="1070" y="2733"/>
                    <a:pt x="905" y="2568"/>
                  </a:cubicBezTo>
                  <a:cubicBezTo>
                    <a:pt x="615" y="2278"/>
                    <a:pt x="581" y="1829"/>
                    <a:pt x="802" y="1501"/>
                  </a:cubicBezTo>
                  <a:cubicBezTo>
                    <a:pt x="832" y="1457"/>
                    <a:pt x="866" y="1415"/>
                    <a:pt x="905" y="1375"/>
                  </a:cubicBezTo>
                  <a:cubicBezTo>
                    <a:pt x="1070" y="1211"/>
                    <a:pt x="1286" y="1129"/>
                    <a:pt x="1501" y="1129"/>
                  </a:cubicBezTo>
                  <a:lnTo>
                    <a:pt x="1501" y="0"/>
                  </a:lnTo>
                  <a:cubicBezTo>
                    <a:pt x="672" y="0"/>
                    <a:pt x="0" y="672"/>
                    <a:pt x="0" y="1501"/>
                  </a:cubicBezTo>
                  <a:cubicBezTo>
                    <a:pt x="0" y="2330"/>
                    <a:pt x="672" y="3002"/>
                    <a:pt x="1501" y="3002"/>
                  </a:cubicBezTo>
                  <a:cubicBezTo>
                    <a:pt x="1934" y="3002"/>
                    <a:pt x="2323" y="2820"/>
                    <a:pt x="2597" y="2527"/>
                  </a:cubicBezTo>
                  <a:lnTo>
                    <a:pt x="2597" y="1501"/>
                  </a:lnTo>
                  <a:lnTo>
                    <a:pt x="2201" y="15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Freeform 7"/>
            <p:cNvSpPr>
              <a:spLocks/>
            </p:cNvSpPr>
            <p:nvPr/>
          </p:nvSpPr>
          <p:spPr bwMode="auto">
            <a:xfrm>
              <a:off x="974725" y="358775"/>
              <a:ext cx="69850" cy="182562"/>
            </a:xfrm>
            <a:custGeom>
              <a:avLst/>
              <a:gdLst>
                <a:gd name="T0" fmla="*/ 0 w 572"/>
                <a:gd name="T1" fmla="*/ 0 h 1501"/>
                <a:gd name="T2" fmla="*/ 572 w 572"/>
                <a:gd name="T3" fmla="*/ 0 h 1501"/>
                <a:gd name="T4" fmla="*/ 572 w 572"/>
                <a:gd name="T5" fmla="*/ 186 h 1501"/>
                <a:gd name="T6" fmla="*/ 300 w 572"/>
                <a:gd name="T7" fmla="*/ 186 h 1501"/>
                <a:gd name="T8" fmla="*/ 300 w 572"/>
                <a:gd name="T9" fmla="*/ 1501 h 1501"/>
                <a:gd name="T10" fmla="*/ 0 w 572"/>
                <a:gd name="T11" fmla="*/ 1501 h 1501"/>
                <a:gd name="T12" fmla="*/ 0 w 572"/>
                <a:gd name="T13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72" h="1501">
                  <a:moveTo>
                    <a:pt x="0" y="0"/>
                  </a:moveTo>
                  <a:lnTo>
                    <a:pt x="572" y="0"/>
                  </a:lnTo>
                  <a:lnTo>
                    <a:pt x="572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" name="Freeform 8"/>
            <p:cNvSpPr>
              <a:spLocks noEditPoints="1"/>
            </p:cNvSpPr>
            <p:nvPr/>
          </p:nvSpPr>
          <p:spPr bwMode="auto">
            <a:xfrm>
              <a:off x="1042988" y="358775"/>
              <a:ext cx="95250" cy="182562"/>
            </a:xfrm>
            <a:custGeom>
              <a:avLst/>
              <a:gdLst>
                <a:gd name="T0" fmla="*/ 0 w 785"/>
                <a:gd name="T1" fmla="*/ 1501 h 1501"/>
                <a:gd name="T2" fmla="*/ 294 w 785"/>
                <a:gd name="T3" fmla="*/ 1501 h 1501"/>
                <a:gd name="T4" fmla="*/ 322 w 785"/>
                <a:gd name="T5" fmla="*/ 1102 h 1501"/>
                <a:gd name="T6" fmla="*/ 463 w 785"/>
                <a:gd name="T7" fmla="*/ 1102 h 1501"/>
                <a:gd name="T8" fmla="*/ 491 w 785"/>
                <a:gd name="T9" fmla="*/ 1501 h 1501"/>
                <a:gd name="T10" fmla="*/ 785 w 785"/>
                <a:gd name="T11" fmla="*/ 1501 h 1501"/>
                <a:gd name="T12" fmla="*/ 628 w 785"/>
                <a:gd name="T13" fmla="*/ 0 h 1501"/>
                <a:gd name="T14" fmla="*/ 157 w 785"/>
                <a:gd name="T15" fmla="*/ 0 h 1501"/>
                <a:gd name="T16" fmla="*/ 0 w 785"/>
                <a:gd name="T17" fmla="*/ 1501 h 1501"/>
                <a:gd name="T18" fmla="*/ 332 w 785"/>
                <a:gd name="T19" fmla="*/ 937 h 1501"/>
                <a:gd name="T20" fmla="*/ 384 w 785"/>
                <a:gd name="T21" fmla="*/ 186 h 1501"/>
                <a:gd name="T22" fmla="*/ 401 w 785"/>
                <a:gd name="T23" fmla="*/ 186 h 1501"/>
                <a:gd name="T24" fmla="*/ 453 w 785"/>
                <a:gd name="T25" fmla="*/ 937 h 1501"/>
                <a:gd name="T26" fmla="*/ 332 w 785"/>
                <a:gd name="T27" fmla="*/ 937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85" h="1501">
                  <a:moveTo>
                    <a:pt x="0" y="1501"/>
                  </a:moveTo>
                  <a:lnTo>
                    <a:pt x="294" y="1501"/>
                  </a:lnTo>
                  <a:lnTo>
                    <a:pt x="322" y="1102"/>
                  </a:lnTo>
                  <a:lnTo>
                    <a:pt x="463" y="1102"/>
                  </a:lnTo>
                  <a:lnTo>
                    <a:pt x="491" y="1501"/>
                  </a:lnTo>
                  <a:lnTo>
                    <a:pt x="785" y="1501"/>
                  </a:lnTo>
                  <a:lnTo>
                    <a:pt x="628" y="0"/>
                  </a:lnTo>
                  <a:lnTo>
                    <a:pt x="157" y="0"/>
                  </a:lnTo>
                  <a:lnTo>
                    <a:pt x="0" y="1501"/>
                  </a:lnTo>
                  <a:close/>
                  <a:moveTo>
                    <a:pt x="332" y="937"/>
                  </a:moveTo>
                  <a:lnTo>
                    <a:pt x="384" y="186"/>
                  </a:lnTo>
                  <a:lnTo>
                    <a:pt x="401" y="186"/>
                  </a:lnTo>
                  <a:lnTo>
                    <a:pt x="453" y="937"/>
                  </a:lnTo>
                  <a:lnTo>
                    <a:pt x="332" y="9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" name="Freeform 9"/>
            <p:cNvSpPr>
              <a:spLocks/>
            </p:cNvSpPr>
            <p:nvPr/>
          </p:nvSpPr>
          <p:spPr bwMode="auto">
            <a:xfrm>
              <a:off x="1150938" y="358775"/>
              <a:ext cx="84137" cy="182562"/>
            </a:xfrm>
            <a:custGeom>
              <a:avLst/>
              <a:gdLst>
                <a:gd name="T0" fmla="*/ 300 w 695"/>
                <a:gd name="T1" fmla="*/ 975 h 1501"/>
                <a:gd name="T2" fmla="*/ 300 w 695"/>
                <a:gd name="T3" fmla="*/ 1258 h 1501"/>
                <a:gd name="T4" fmla="*/ 347 w 695"/>
                <a:gd name="T5" fmla="*/ 1307 h 1501"/>
                <a:gd name="T6" fmla="*/ 395 w 695"/>
                <a:gd name="T7" fmla="*/ 1258 h 1501"/>
                <a:gd name="T8" fmla="*/ 395 w 695"/>
                <a:gd name="T9" fmla="*/ 909 h 1501"/>
                <a:gd name="T10" fmla="*/ 275 w 695"/>
                <a:gd name="T11" fmla="*/ 810 h 1501"/>
                <a:gd name="T12" fmla="*/ 152 w 695"/>
                <a:gd name="T13" fmla="*/ 810 h 1501"/>
                <a:gd name="T14" fmla="*/ 152 w 695"/>
                <a:gd name="T15" fmla="*/ 645 h 1501"/>
                <a:gd name="T16" fmla="*/ 279 w 695"/>
                <a:gd name="T17" fmla="*/ 645 h 1501"/>
                <a:gd name="T18" fmla="*/ 395 w 695"/>
                <a:gd name="T19" fmla="*/ 534 h 1501"/>
                <a:gd name="T20" fmla="*/ 395 w 695"/>
                <a:gd name="T21" fmla="*/ 236 h 1501"/>
                <a:gd name="T22" fmla="*/ 347 w 695"/>
                <a:gd name="T23" fmla="*/ 186 h 1501"/>
                <a:gd name="T24" fmla="*/ 300 w 695"/>
                <a:gd name="T25" fmla="*/ 236 h 1501"/>
                <a:gd name="T26" fmla="*/ 300 w 695"/>
                <a:gd name="T27" fmla="*/ 480 h 1501"/>
                <a:gd name="T28" fmla="*/ 0 w 695"/>
                <a:gd name="T29" fmla="*/ 480 h 1501"/>
                <a:gd name="T30" fmla="*/ 0 w 695"/>
                <a:gd name="T31" fmla="*/ 268 h 1501"/>
                <a:gd name="T32" fmla="*/ 223 w 695"/>
                <a:gd name="T33" fmla="*/ 0 h 1501"/>
                <a:gd name="T34" fmla="*/ 472 w 695"/>
                <a:gd name="T35" fmla="*/ 0 h 1501"/>
                <a:gd name="T36" fmla="*/ 695 w 695"/>
                <a:gd name="T37" fmla="*/ 268 h 1501"/>
                <a:gd name="T38" fmla="*/ 695 w 695"/>
                <a:gd name="T39" fmla="*/ 508 h 1501"/>
                <a:gd name="T40" fmla="*/ 491 w 695"/>
                <a:gd name="T41" fmla="*/ 712 h 1501"/>
                <a:gd name="T42" fmla="*/ 491 w 695"/>
                <a:gd name="T43" fmla="*/ 727 h 1501"/>
                <a:gd name="T44" fmla="*/ 695 w 695"/>
                <a:gd name="T45" fmla="*/ 930 h 1501"/>
                <a:gd name="T46" fmla="*/ 695 w 695"/>
                <a:gd name="T47" fmla="*/ 1233 h 1501"/>
                <a:gd name="T48" fmla="*/ 472 w 695"/>
                <a:gd name="T49" fmla="*/ 1501 h 1501"/>
                <a:gd name="T50" fmla="*/ 223 w 695"/>
                <a:gd name="T51" fmla="*/ 1501 h 1501"/>
                <a:gd name="T52" fmla="*/ 0 w 695"/>
                <a:gd name="T53" fmla="*/ 1233 h 1501"/>
                <a:gd name="T54" fmla="*/ 0 w 695"/>
                <a:gd name="T55" fmla="*/ 975 h 1501"/>
                <a:gd name="T56" fmla="*/ 300 w 695"/>
                <a:gd name="T57" fmla="*/ 975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695" h="1501">
                  <a:moveTo>
                    <a:pt x="300" y="975"/>
                  </a:moveTo>
                  <a:lnTo>
                    <a:pt x="300" y="1258"/>
                  </a:lnTo>
                  <a:cubicBezTo>
                    <a:pt x="300" y="1297"/>
                    <a:pt x="330" y="1307"/>
                    <a:pt x="347" y="1307"/>
                  </a:cubicBezTo>
                  <a:cubicBezTo>
                    <a:pt x="375" y="1307"/>
                    <a:pt x="395" y="1284"/>
                    <a:pt x="395" y="1258"/>
                  </a:cubicBezTo>
                  <a:lnTo>
                    <a:pt x="395" y="909"/>
                  </a:lnTo>
                  <a:cubicBezTo>
                    <a:pt x="395" y="862"/>
                    <a:pt x="386" y="810"/>
                    <a:pt x="275" y="810"/>
                  </a:cubicBezTo>
                  <a:lnTo>
                    <a:pt x="152" y="810"/>
                  </a:lnTo>
                  <a:lnTo>
                    <a:pt x="152" y="645"/>
                  </a:lnTo>
                  <a:lnTo>
                    <a:pt x="279" y="645"/>
                  </a:lnTo>
                  <a:cubicBezTo>
                    <a:pt x="365" y="645"/>
                    <a:pt x="395" y="626"/>
                    <a:pt x="395" y="534"/>
                  </a:cubicBezTo>
                  <a:lnTo>
                    <a:pt x="395" y="236"/>
                  </a:lnTo>
                  <a:cubicBezTo>
                    <a:pt x="395" y="210"/>
                    <a:pt x="375" y="186"/>
                    <a:pt x="347" y="186"/>
                  </a:cubicBezTo>
                  <a:cubicBezTo>
                    <a:pt x="330" y="186"/>
                    <a:pt x="300" y="197"/>
                    <a:pt x="300" y="236"/>
                  </a:cubicBezTo>
                  <a:lnTo>
                    <a:pt x="300" y="480"/>
                  </a:lnTo>
                  <a:lnTo>
                    <a:pt x="0" y="480"/>
                  </a:lnTo>
                  <a:lnTo>
                    <a:pt x="0" y="268"/>
                  </a:lnTo>
                  <a:cubicBezTo>
                    <a:pt x="0" y="163"/>
                    <a:pt x="13" y="0"/>
                    <a:pt x="223" y="0"/>
                  </a:cubicBezTo>
                  <a:lnTo>
                    <a:pt x="472" y="0"/>
                  </a:lnTo>
                  <a:cubicBezTo>
                    <a:pt x="682" y="0"/>
                    <a:pt x="695" y="163"/>
                    <a:pt x="695" y="268"/>
                  </a:cubicBezTo>
                  <a:lnTo>
                    <a:pt x="695" y="508"/>
                  </a:lnTo>
                  <a:cubicBezTo>
                    <a:pt x="695" y="671"/>
                    <a:pt x="581" y="716"/>
                    <a:pt x="491" y="712"/>
                  </a:cubicBezTo>
                  <a:lnTo>
                    <a:pt x="491" y="727"/>
                  </a:lnTo>
                  <a:cubicBezTo>
                    <a:pt x="693" y="723"/>
                    <a:pt x="695" y="877"/>
                    <a:pt x="695" y="930"/>
                  </a:cubicBezTo>
                  <a:lnTo>
                    <a:pt x="695" y="1233"/>
                  </a:lnTo>
                  <a:cubicBezTo>
                    <a:pt x="695" y="1338"/>
                    <a:pt x="682" y="1501"/>
                    <a:pt x="472" y="1501"/>
                  </a:cubicBezTo>
                  <a:lnTo>
                    <a:pt x="223" y="1501"/>
                  </a:lnTo>
                  <a:cubicBezTo>
                    <a:pt x="13" y="1501"/>
                    <a:pt x="0" y="1338"/>
                    <a:pt x="0" y="1233"/>
                  </a:cubicBezTo>
                  <a:lnTo>
                    <a:pt x="0" y="975"/>
                  </a:lnTo>
                  <a:lnTo>
                    <a:pt x="300" y="9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7" name="Freeform 10"/>
            <p:cNvSpPr>
              <a:spLocks/>
            </p:cNvSpPr>
            <p:nvPr/>
          </p:nvSpPr>
          <p:spPr bwMode="auto">
            <a:xfrm>
              <a:off x="1254125" y="358775"/>
              <a:ext cx="84137" cy="182562"/>
            </a:xfrm>
            <a:custGeom>
              <a:avLst/>
              <a:gdLst>
                <a:gd name="T0" fmla="*/ 0 w 694"/>
                <a:gd name="T1" fmla="*/ 0 h 1501"/>
                <a:gd name="T2" fmla="*/ 694 w 694"/>
                <a:gd name="T3" fmla="*/ 0 h 1501"/>
                <a:gd name="T4" fmla="*/ 694 w 694"/>
                <a:gd name="T5" fmla="*/ 1501 h 1501"/>
                <a:gd name="T6" fmla="*/ 394 w 694"/>
                <a:gd name="T7" fmla="*/ 1501 h 1501"/>
                <a:gd name="T8" fmla="*/ 394 w 694"/>
                <a:gd name="T9" fmla="*/ 186 h 1501"/>
                <a:gd name="T10" fmla="*/ 300 w 694"/>
                <a:gd name="T11" fmla="*/ 186 h 1501"/>
                <a:gd name="T12" fmla="*/ 300 w 694"/>
                <a:gd name="T13" fmla="*/ 1501 h 1501"/>
                <a:gd name="T14" fmla="*/ 0 w 694"/>
                <a:gd name="T15" fmla="*/ 1501 h 1501"/>
                <a:gd name="T16" fmla="*/ 0 w 694"/>
                <a:gd name="T17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94" h="1501">
                  <a:moveTo>
                    <a:pt x="0" y="0"/>
                  </a:moveTo>
                  <a:lnTo>
                    <a:pt x="694" y="0"/>
                  </a:lnTo>
                  <a:lnTo>
                    <a:pt x="694" y="1501"/>
                  </a:lnTo>
                  <a:lnTo>
                    <a:pt x="394" y="1501"/>
                  </a:lnTo>
                  <a:lnTo>
                    <a:pt x="394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Freeform 11"/>
            <p:cNvSpPr>
              <a:spLocks noEditPoints="1"/>
            </p:cNvSpPr>
            <p:nvPr/>
          </p:nvSpPr>
          <p:spPr bwMode="auto">
            <a:xfrm>
              <a:off x="1360488" y="358775"/>
              <a:ext cx="84137" cy="182562"/>
            </a:xfrm>
            <a:custGeom>
              <a:avLst/>
              <a:gdLst>
                <a:gd name="T0" fmla="*/ 0 w 694"/>
                <a:gd name="T1" fmla="*/ 1501 h 1501"/>
                <a:gd name="T2" fmla="*/ 300 w 694"/>
                <a:gd name="T3" fmla="*/ 1501 h 1501"/>
                <a:gd name="T4" fmla="*/ 300 w 694"/>
                <a:gd name="T5" fmla="*/ 990 h 1501"/>
                <a:gd name="T6" fmla="*/ 471 w 694"/>
                <a:gd name="T7" fmla="*/ 990 h 1501"/>
                <a:gd name="T8" fmla="*/ 694 w 694"/>
                <a:gd name="T9" fmla="*/ 723 h 1501"/>
                <a:gd name="T10" fmla="*/ 694 w 694"/>
                <a:gd name="T11" fmla="*/ 268 h 1501"/>
                <a:gd name="T12" fmla="*/ 471 w 694"/>
                <a:gd name="T13" fmla="*/ 0 h 1501"/>
                <a:gd name="T14" fmla="*/ 0 w 694"/>
                <a:gd name="T15" fmla="*/ 0 h 1501"/>
                <a:gd name="T16" fmla="*/ 0 w 694"/>
                <a:gd name="T17" fmla="*/ 1501 h 1501"/>
                <a:gd name="T18" fmla="*/ 300 w 694"/>
                <a:gd name="T19" fmla="*/ 826 h 1501"/>
                <a:gd name="T20" fmla="*/ 300 w 694"/>
                <a:gd name="T21" fmla="*/ 186 h 1501"/>
                <a:gd name="T22" fmla="*/ 338 w 694"/>
                <a:gd name="T23" fmla="*/ 186 h 1501"/>
                <a:gd name="T24" fmla="*/ 394 w 694"/>
                <a:gd name="T25" fmla="*/ 261 h 1501"/>
                <a:gd name="T26" fmla="*/ 394 w 694"/>
                <a:gd name="T27" fmla="*/ 750 h 1501"/>
                <a:gd name="T28" fmla="*/ 338 w 694"/>
                <a:gd name="T29" fmla="*/ 826 h 1501"/>
                <a:gd name="T30" fmla="*/ 300 w 694"/>
                <a:gd name="T31" fmla="*/ 826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4" h="1501">
                  <a:moveTo>
                    <a:pt x="0" y="1501"/>
                  </a:moveTo>
                  <a:lnTo>
                    <a:pt x="300" y="1501"/>
                  </a:lnTo>
                  <a:lnTo>
                    <a:pt x="300" y="990"/>
                  </a:lnTo>
                  <a:lnTo>
                    <a:pt x="471" y="990"/>
                  </a:lnTo>
                  <a:cubicBezTo>
                    <a:pt x="681" y="990"/>
                    <a:pt x="694" y="828"/>
                    <a:pt x="694" y="723"/>
                  </a:cubicBezTo>
                  <a:lnTo>
                    <a:pt x="694" y="268"/>
                  </a:lnTo>
                  <a:cubicBezTo>
                    <a:pt x="694" y="163"/>
                    <a:pt x="681" y="0"/>
                    <a:pt x="471" y="0"/>
                  </a:cubicBezTo>
                  <a:lnTo>
                    <a:pt x="0" y="0"/>
                  </a:lnTo>
                  <a:lnTo>
                    <a:pt x="0" y="1501"/>
                  </a:lnTo>
                  <a:close/>
                  <a:moveTo>
                    <a:pt x="300" y="826"/>
                  </a:moveTo>
                  <a:lnTo>
                    <a:pt x="300" y="186"/>
                  </a:lnTo>
                  <a:lnTo>
                    <a:pt x="338" y="186"/>
                  </a:lnTo>
                  <a:cubicBezTo>
                    <a:pt x="371" y="186"/>
                    <a:pt x="394" y="214"/>
                    <a:pt x="394" y="261"/>
                  </a:cubicBezTo>
                  <a:lnTo>
                    <a:pt x="394" y="750"/>
                  </a:lnTo>
                  <a:cubicBezTo>
                    <a:pt x="394" y="798"/>
                    <a:pt x="371" y="826"/>
                    <a:pt x="338" y="826"/>
                  </a:cubicBezTo>
                  <a:lnTo>
                    <a:pt x="300" y="8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9" name="Freeform 12"/>
            <p:cNvSpPr>
              <a:spLocks noEditPoints="1"/>
            </p:cNvSpPr>
            <p:nvPr/>
          </p:nvSpPr>
          <p:spPr bwMode="auto">
            <a:xfrm>
              <a:off x="1462088" y="358775"/>
              <a:ext cx="84137" cy="182562"/>
            </a:xfrm>
            <a:custGeom>
              <a:avLst/>
              <a:gdLst>
                <a:gd name="T0" fmla="*/ 0 w 695"/>
                <a:gd name="T1" fmla="*/ 1233 h 1501"/>
                <a:gd name="T2" fmla="*/ 223 w 695"/>
                <a:gd name="T3" fmla="*/ 1501 h 1501"/>
                <a:gd name="T4" fmla="*/ 472 w 695"/>
                <a:gd name="T5" fmla="*/ 1501 h 1501"/>
                <a:gd name="T6" fmla="*/ 695 w 695"/>
                <a:gd name="T7" fmla="*/ 1233 h 1501"/>
                <a:gd name="T8" fmla="*/ 695 w 695"/>
                <a:gd name="T9" fmla="*/ 268 h 1501"/>
                <a:gd name="T10" fmla="*/ 472 w 695"/>
                <a:gd name="T11" fmla="*/ 0 h 1501"/>
                <a:gd name="T12" fmla="*/ 223 w 695"/>
                <a:gd name="T13" fmla="*/ 0 h 1501"/>
                <a:gd name="T14" fmla="*/ 0 w 695"/>
                <a:gd name="T15" fmla="*/ 268 h 1501"/>
                <a:gd name="T16" fmla="*/ 0 w 695"/>
                <a:gd name="T17" fmla="*/ 1233 h 1501"/>
                <a:gd name="T18" fmla="*/ 394 w 695"/>
                <a:gd name="T19" fmla="*/ 1258 h 1501"/>
                <a:gd name="T20" fmla="*/ 347 w 695"/>
                <a:gd name="T21" fmla="*/ 1307 h 1501"/>
                <a:gd name="T22" fmla="*/ 300 w 695"/>
                <a:gd name="T23" fmla="*/ 1258 h 1501"/>
                <a:gd name="T24" fmla="*/ 300 w 695"/>
                <a:gd name="T25" fmla="*/ 236 h 1501"/>
                <a:gd name="T26" fmla="*/ 347 w 695"/>
                <a:gd name="T27" fmla="*/ 186 h 1501"/>
                <a:gd name="T28" fmla="*/ 394 w 695"/>
                <a:gd name="T29" fmla="*/ 236 h 1501"/>
                <a:gd name="T30" fmla="*/ 394 w 695"/>
                <a:gd name="T31" fmla="*/ 1258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5" h="1501">
                  <a:moveTo>
                    <a:pt x="0" y="1233"/>
                  </a:moveTo>
                  <a:cubicBezTo>
                    <a:pt x="0" y="1338"/>
                    <a:pt x="13" y="1501"/>
                    <a:pt x="223" y="1501"/>
                  </a:cubicBezTo>
                  <a:lnTo>
                    <a:pt x="472" y="1501"/>
                  </a:lnTo>
                  <a:cubicBezTo>
                    <a:pt x="682" y="1501"/>
                    <a:pt x="695" y="1338"/>
                    <a:pt x="695" y="1233"/>
                  </a:cubicBezTo>
                  <a:lnTo>
                    <a:pt x="695" y="268"/>
                  </a:lnTo>
                  <a:cubicBezTo>
                    <a:pt x="695" y="163"/>
                    <a:pt x="682" y="0"/>
                    <a:pt x="472" y="0"/>
                  </a:cubicBezTo>
                  <a:lnTo>
                    <a:pt x="223" y="0"/>
                  </a:lnTo>
                  <a:cubicBezTo>
                    <a:pt x="13" y="0"/>
                    <a:pt x="0" y="163"/>
                    <a:pt x="0" y="268"/>
                  </a:cubicBezTo>
                  <a:lnTo>
                    <a:pt x="0" y="1233"/>
                  </a:lnTo>
                  <a:close/>
                  <a:moveTo>
                    <a:pt x="394" y="1258"/>
                  </a:moveTo>
                  <a:cubicBezTo>
                    <a:pt x="394" y="1284"/>
                    <a:pt x="375" y="1307"/>
                    <a:pt x="347" y="1307"/>
                  </a:cubicBezTo>
                  <a:cubicBezTo>
                    <a:pt x="330" y="1307"/>
                    <a:pt x="300" y="1297"/>
                    <a:pt x="300" y="1258"/>
                  </a:cubicBezTo>
                  <a:lnTo>
                    <a:pt x="300" y="236"/>
                  </a:lnTo>
                  <a:cubicBezTo>
                    <a:pt x="300" y="197"/>
                    <a:pt x="330" y="186"/>
                    <a:pt x="347" y="186"/>
                  </a:cubicBezTo>
                  <a:cubicBezTo>
                    <a:pt x="375" y="186"/>
                    <a:pt x="394" y="210"/>
                    <a:pt x="394" y="236"/>
                  </a:cubicBezTo>
                  <a:lnTo>
                    <a:pt x="394" y="125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0" name="Freeform 13"/>
            <p:cNvSpPr>
              <a:spLocks/>
            </p:cNvSpPr>
            <p:nvPr/>
          </p:nvSpPr>
          <p:spPr bwMode="auto">
            <a:xfrm>
              <a:off x="1565275" y="358775"/>
              <a:ext cx="142875" cy="182562"/>
            </a:xfrm>
            <a:custGeom>
              <a:avLst/>
              <a:gdLst>
                <a:gd name="T0" fmla="*/ 780 w 1171"/>
                <a:gd name="T1" fmla="*/ 0 h 1501"/>
                <a:gd name="T2" fmla="*/ 1171 w 1171"/>
                <a:gd name="T3" fmla="*/ 0 h 1501"/>
                <a:gd name="T4" fmla="*/ 1171 w 1171"/>
                <a:gd name="T5" fmla="*/ 1501 h 1501"/>
                <a:gd name="T6" fmla="*/ 870 w 1171"/>
                <a:gd name="T7" fmla="*/ 1501 h 1501"/>
                <a:gd name="T8" fmla="*/ 870 w 1171"/>
                <a:gd name="T9" fmla="*/ 560 h 1501"/>
                <a:gd name="T10" fmla="*/ 860 w 1171"/>
                <a:gd name="T11" fmla="*/ 560 h 1501"/>
                <a:gd name="T12" fmla="*/ 705 w 1171"/>
                <a:gd name="T13" fmla="*/ 1501 h 1501"/>
                <a:gd name="T14" fmla="*/ 465 w 1171"/>
                <a:gd name="T15" fmla="*/ 1501 h 1501"/>
                <a:gd name="T16" fmla="*/ 311 w 1171"/>
                <a:gd name="T17" fmla="*/ 560 h 1501"/>
                <a:gd name="T18" fmla="*/ 300 w 1171"/>
                <a:gd name="T19" fmla="*/ 560 h 1501"/>
                <a:gd name="T20" fmla="*/ 300 w 1171"/>
                <a:gd name="T21" fmla="*/ 1501 h 1501"/>
                <a:gd name="T22" fmla="*/ 0 w 1171"/>
                <a:gd name="T23" fmla="*/ 1501 h 1501"/>
                <a:gd name="T24" fmla="*/ 0 w 1171"/>
                <a:gd name="T25" fmla="*/ 0 h 1501"/>
                <a:gd name="T26" fmla="*/ 390 w 1171"/>
                <a:gd name="T27" fmla="*/ 0 h 1501"/>
                <a:gd name="T28" fmla="*/ 585 w 1171"/>
                <a:gd name="T29" fmla="*/ 1055 h 1501"/>
                <a:gd name="T30" fmla="*/ 780 w 1171"/>
                <a:gd name="T31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171" h="1501">
                  <a:moveTo>
                    <a:pt x="780" y="0"/>
                  </a:moveTo>
                  <a:lnTo>
                    <a:pt x="1171" y="0"/>
                  </a:lnTo>
                  <a:lnTo>
                    <a:pt x="1171" y="1501"/>
                  </a:lnTo>
                  <a:lnTo>
                    <a:pt x="870" y="1501"/>
                  </a:lnTo>
                  <a:lnTo>
                    <a:pt x="870" y="560"/>
                  </a:lnTo>
                  <a:lnTo>
                    <a:pt x="860" y="560"/>
                  </a:lnTo>
                  <a:lnTo>
                    <a:pt x="705" y="1501"/>
                  </a:lnTo>
                  <a:lnTo>
                    <a:pt x="465" y="1501"/>
                  </a:lnTo>
                  <a:lnTo>
                    <a:pt x="311" y="560"/>
                  </a:lnTo>
                  <a:lnTo>
                    <a:pt x="300" y="560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lnTo>
                    <a:pt x="390" y="0"/>
                  </a:lnTo>
                  <a:lnTo>
                    <a:pt x="585" y="1055"/>
                  </a:lnTo>
                  <a:lnTo>
                    <a:pt x="78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" name="Freeform 14"/>
            <p:cNvSpPr>
              <a:spLocks noEditPoints="1"/>
            </p:cNvSpPr>
            <p:nvPr/>
          </p:nvSpPr>
          <p:spPr bwMode="auto">
            <a:xfrm>
              <a:off x="974725" y="598488"/>
              <a:ext cx="733425" cy="125412"/>
            </a:xfrm>
            <a:custGeom>
              <a:avLst/>
              <a:gdLst>
                <a:gd name="T0" fmla="*/ 6025 w 6025"/>
                <a:gd name="T1" fmla="*/ 1034 h 1034"/>
                <a:gd name="T2" fmla="*/ 0 w 6025"/>
                <a:gd name="T3" fmla="*/ 0 h 1034"/>
                <a:gd name="T4" fmla="*/ 351 w 6025"/>
                <a:gd name="T5" fmla="*/ 717 h 1034"/>
                <a:gd name="T6" fmla="*/ 457 w 6025"/>
                <a:gd name="T7" fmla="*/ 639 h 1034"/>
                <a:gd name="T8" fmla="*/ 351 w 6025"/>
                <a:gd name="T9" fmla="*/ 559 h 1034"/>
                <a:gd name="T10" fmla="*/ 5446 w 6025"/>
                <a:gd name="T11" fmla="*/ 397 h 1034"/>
                <a:gd name="T12" fmla="*/ 5818 w 6025"/>
                <a:gd name="T13" fmla="*/ 358 h 1034"/>
                <a:gd name="T14" fmla="*/ 5732 w 6025"/>
                <a:gd name="T15" fmla="*/ 502 h 1034"/>
                <a:gd name="T16" fmla="*/ 5642 w 6025"/>
                <a:gd name="T17" fmla="*/ 843 h 1034"/>
                <a:gd name="T18" fmla="*/ 5583 w 6025"/>
                <a:gd name="T19" fmla="*/ 643 h 1034"/>
                <a:gd name="T20" fmla="*/ 5690 w 6025"/>
                <a:gd name="T21" fmla="*/ 643 h 1034"/>
                <a:gd name="T22" fmla="*/ 5603 w 6025"/>
                <a:gd name="T23" fmla="*/ 561 h 1034"/>
                <a:gd name="T24" fmla="*/ 5639 w 6025"/>
                <a:gd name="T25" fmla="*/ 450 h 1034"/>
                <a:gd name="T26" fmla="*/ 5633 w 6025"/>
                <a:gd name="T27" fmla="*/ 305 h 1034"/>
                <a:gd name="T28" fmla="*/ 5446 w 6025"/>
                <a:gd name="T29" fmla="*/ 397 h 1034"/>
                <a:gd name="T30" fmla="*/ 4829 w 6025"/>
                <a:gd name="T31" fmla="*/ 319 h 1034"/>
                <a:gd name="T32" fmla="*/ 4789 w 6025"/>
                <a:gd name="T33" fmla="*/ 592 h 1034"/>
                <a:gd name="T34" fmla="*/ 4921 w 6025"/>
                <a:gd name="T35" fmla="*/ 208 h 1034"/>
                <a:gd name="T36" fmla="*/ 4911 w 6025"/>
                <a:gd name="T37" fmla="*/ 829 h 1034"/>
                <a:gd name="T38" fmla="*/ 4775 w 6025"/>
                <a:gd name="T39" fmla="*/ 704 h 1034"/>
                <a:gd name="T40" fmla="*/ 4607 w 6025"/>
                <a:gd name="T41" fmla="*/ 829 h 1034"/>
                <a:gd name="T42" fmla="*/ 4921 w 6025"/>
                <a:gd name="T43" fmla="*/ 208 h 1034"/>
                <a:gd name="T44" fmla="*/ 4194 w 6025"/>
                <a:gd name="T45" fmla="*/ 325 h 1034"/>
                <a:gd name="T46" fmla="*/ 3996 w 6025"/>
                <a:gd name="T47" fmla="*/ 829 h 1034"/>
                <a:gd name="T48" fmla="*/ 3847 w 6025"/>
                <a:gd name="T49" fmla="*/ 208 h 1034"/>
                <a:gd name="T50" fmla="*/ 3081 w 6025"/>
                <a:gd name="T51" fmla="*/ 208 h 1034"/>
                <a:gd name="T52" fmla="*/ 3059 w 6025"/>
                <a:gd name="T53" fmla="*/ 598 h 1034"/>
                <a:gd name="T54" fmla="*/ 3186 w 6025"/>
                <a:gd name="T55" fmla="*/ 208 h 1034"/>
                <a:gd name="T56" fmla="*/ 3329 w 6025"/>
                <a:gd name="T57" fmla="*/ 829 h 1034"/>
                <a:gd name="T58" fmla="*/ 3186 w 6025"/>
                <a:gd name="T59" fmla="*/ 684 h 1034"/>
                <a:gd name="T60" fmla="*/ 3213 w 6025"/>
                <a:gd name="T61" fmla="*/ 451 h 1034"/>
                <a:gd name="T62" fmla="*/ 2938 w 6025"/>
                <a:gd name="T63" fmla="*/ 829 h 1034"/>
                <a:gd name="T64" fmla="*/ 3081 w 6025"/>
                <a:gd name="T65" fmla="*/ 208 h 1034"/>
                <a:gd name="T66" fmla="*/ 2173 w 6025"/>
                <a:gd name="T67" fmla="*/ 362 h 1034"/>
                <a:gd name="T68" fmla="*/ 2151 w 6025"/>
                <a:gd name="T69" fmla="*/ 598 h 1034"/>
                <a:gd name="T70" fmla="*/ 2420 w 6025"/>
                <a:gd name="T71" fmla="*/ 208 h 1034"/>
                <a:gd name="T72" fmla="*/ 2278 w 6025"/>
                <a:gd name="T73" fmla="*/ 829 h 1034"/>
                <a:gd name="T74" fmla="*/ 2305 w 6025"/>
                <a:gd name="T75" fmla="*/ 451 h 1034"/>
                <a:gd name="T76" fmla="*/ 2176 w 6025"/>
                <a:gd name="T77" fmla="*/ 829 h 1034"/>
                <a:gd name="T78" fmla="*/ 2030 w 6025"/>
                <a:gd name="T79" fmla="*/ 208 h 1034"/>
                <a:gd name="T80" fmla="*/ 1265 w 6025"/>
                <a:gd name="T81" fmla="*/ 447 h 1034"/>
                <a:gd name="T82" fmla="*/ 1363 w 6025"/>
                <a:gd name="T83" fmla="*/ 208 h 1034"/>
                <a:gd name="T84" fmla="*/ 1512 w 6025"/>
                <a:gd name="T85" fmla="*/ 829 h 1034"/>
                <a:gd name="T86" fmla="*/ 1363 w 6025"/>
                <a:gd name="T87" fmla="*/ 565 h 1034"/>
                <a:gd name="T88" fmla="*/ 1265 w 6025"/>
                <a:gd name="T89" fmla="*/ 829 h 1034"/>
                <a:gd name="T90" fmla="*/ 1115 w 6025"/>
                <a:gd name="T91" fmla="*/ 208 h 1034"/>
                <a:gd name="T92" fmla="*/ 1265 w 6025"/>
                <a:gd name="T93" fmla="*/ 447 h 1034"/>
                <a:gd name="T94" fmla="*/ 395 w 6025"/>
                <a:gd name="T95" fmla="*/ 447 h 1034"/>
                <a:gd name="T96" fmla="*/ 395 w 6025"/>
                <a:gd name="T97" fmla="*/ 319 h 1034"/>
                <a:gd name="T98" fmla="*/ 351 w 6025"/>
                <a:gd name="T99" fmla="*/ 447 h 1034"/>
                <a:gd name="T100" fmla="*/ 445 w 6025"/>
                <a:gd name="T101" fmla="*/ 208 h 1034"/>
                <a:gd name="T102" fmla="*/ 513 w 6025"/>
                <a:gd name="T103" fmla="*/ 495 h 1034"/>
                <a:gd name="T104" fmla="*/ 415 w 6025"/>
                <a:gd name="T105" fmla="*/ 829 h 1034"/>
                <a:gd name="T106" fmla="*/ 206 w 6025"/>
                <a:gd name="T107" fmla="*/ 208 h 10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6025" h="1034">
                  <a:moveTo>
                    <a:pt x="0" y="1034"/>
                  </a:moveTo>
                  <a:lnTo>
                    <a:pt x="6025" y="1034"/>
                  </a:lnTo>
                  <a:lnTo>
                    <a:pt x="6025" y="0"/>
                  </a:lnTo>
                  <a:lnTo>
                    <a:pt x="0" y="0"/>
                  </a:lnTo>
                  <a:lnTo>
                    <a:pt x="0" y="1034"/>
                  </a:lnTo>
                  <a:close/>
                  <a:moveTo>
                    <a:pt x="351" y="717"/>
                  </a:moveTo>
                  <a:lnTo>
                    <a:pt x="384" y="717"/>
                  </a:lnTo>
                  <a:cubicBezTo>
                    <a:pt x="441" y="717"/>
                    <a:pt x="457" y="695"/>
                    <a:pt x="457" y="639"/>
                  </a:cubicBezTo>
                  <a:cubicBezTo>
                    <a:pt x="457" y="587"/>
                    <a:pt x="441" y="559"/>
                    <a:pt x="388" y="559"/>
                  </a:cubicBezTo>
                  <a:lnTo>
                    <a:pt x="351" y="559"/>
                  </a:lnTo>
                  <a:lnTo>
                    <a:pt x="351" y="717"/>
                  </a:lnTo>
                  <a:close/>
                  <a:moveTo>
                    <a:pt x="5446" y="397"/>
                  </a:moveTo>
                  <a:cubicBezTo>
                    <a:pt x="5446" y="268"/>
                    <a:pt x="5526" y="194"/>
                    <a:pt x="5633" y="194"/>
                  </a:cubicBezTo>
                  <a:cubicBezTo>
                    <a:pt x="5752" y="194"/>
                    <a:pt x="5818" y="271"/>
                    <a:pt x="5818" y="358"/>
                  </a:cubicBezTo>
                  <a:cubicBezTo>
                    <a:pt x="5818" y="435"/>
                    <a:pt x="5793" y="474"/>
                    <a:pt x="5730" y="502"/>
                  </a:cubicBezTo>
                  <a:lnTo>
                    <a:pt x="5732" y="502"/>
                  </a:lnTo>
                  <a:cubicBezTo>
                    <a:pt x="5795" y="525"/>
                    <a:pt x="5840" y="551"/>
                    <a:pt x="5840" y="663"/>
                  </a:cubicBezTo>
                  <a:cubicBezTo>
                    <a:pt x="5840" y="785"/>
                    <a:pt x="5761" y="843"/>
                    <a:pt x="5642" y="843"/>
                  </a:cubicBezTo>
                  <a:cubicBezTo>
                    <a:pt x="5550" y="843"/>
                    <a:pt x="5446" y="803"/>
                    <a:pt x="5446" y="643"/>
                  </a:cubicBezTo>
                  <a:lnTo>
                    <a:pt x="5583" y="643"/>
                  </a:lnTo>
                  <a:cubicBezTo>
                    <a:pt x="5583" y="712"/>
                    <a:pt x="5603" y="732"/>
                    <a:pt x="5636" y="732"/>
                  </a:cubicBezTo>
                  <a:cubicBezTo>
                    <a:pt x="5675" y="732"/>
                    <a:pt x="5690" y="712"/>
                    <a:pt x="5690" y="643"/>
                  </a:cubicBezTo>
                  <a:cubicBezTo>
                    <a:pt x="5690" y="585"/>
                    <a:pt x="5672" y="561"/>
                    <a:pt x="5625" y="561"/>
                  </a:cubicBezTo>
                  <a:lnTo>
                    <a:pt x="5603" y="561"/>
                  </a:lnTo>
                  <a:lnTo>
                    <a:pt x="5603" y="450"/>
                  </a:lnTo>
                  <a:lnTo>
                    <a:pt x="5639" y="450"/>
                  </a:lnTo>
                  <a:cubicBezTo>
                    <a:pt x="5660" y="450"/>
                    <a:pt x="5684" y="426"/>
                    <a:pt x="5684" y="381"/>
                  </a:cubicBezTo>
                  <a:cubicBezTo>
                    <a:pt x="5684" y="335"/>
                    <a:pt x="5669" y="305"/>
                    <a:pt x="5633" y="305"/>
                  </a:cubicBezTo>
                  <a:cubicBezTo>
                    <a:pt x="5595" y="305"/>
                    <a:pt x="5583" y="333"/>
                    <a:pt x="5583" y="397"/>
                  </a:cubicBezTo>
                  <a:lnTo>
                    <a:pt x="5446" y="397"/>
                  </a:lnTo>
                  <a:close/>
                  <a:moveTo>
                    <a:pt x="4869" y="592"/>
                  </a:moveTo>
                  <a:lnTo>
                    <a:pt x="4829" y="319"/>
                  </a:lnTo>
                  <a:lnTo>
                    <a:pt x="4828" y="319"/>
                  </a:lnTo>
                  <a:lnTo>
                    <a:pt x="4789" y="592"/>
                  </a:lnTo>
                  <a:lnTo>
                    <a:pt x="4869" y="592"/>
                  </a:lnTo>
                  <a:close/>
                  <a:moveTo>
                    <a:pt x="4921" y="208"/>
                  </a:moveTo>
                  <a:lnTo>
                    <a:pt x="5058" y="829"/>
                  </a:lnTo>
                  <a:lnTo>
                    <a:pt x="4911" y="829"/>
                  </a:lnTo>
                  <a:lnTo>
                    <a:pt x="4889" y="704"/>
                  </a:lnTo>
                  <a:lnTo>
                    <a:pt x="4775" y="704"/>
                  </a:lnTo>
                  <a:lnTo>
                    <a:pt x="4756" y="829"/>
                  </a:lnTo>
                  <a:lnTo>
                    <a:pt x="4607" y="829"/>
                  </a:lnTo>
                  <a:lnTo>
                    <a:pt x="4742" y="208"/>
                  </a:lnTo>
                  <a:lnTo>
                    <a:pt x="4921" y="208"/>
                  </a:lnTo>
                  <a:close/>
                  <a:moveTo>
                    <a:pt x="4194" y="208"/>
                  </a:moveTo>
                  <a:lnTo>
                    <a:pt x="4194" y="325"/>
                  </a:lnTo>
                  <a:lnTo>
                    <a:pt x="3996" y="325"/>
                  </a:lnTo>
                  <a:lnTo>
                    <a:pt x="3996" y="829"/>
                  </a:lnTo>
                  <a:lnTo>
                    <a:pt x="3847" y="829"/>
                  </a:lnTo>
                  <a:lnTo>
                    <a:pt x="3847" y="208"/>
                  </a:lnTo>
                  <a:lnTo>
                    <a:pt x="4194" y="208"/>
                  </a:lnTo>
                  <a:close/>
                  <a:moveTo>
                    <a:pt x="3081" y="208"/>
                  </a:moveTo>
                  <a:lnTo>
                    <a:pt x="3081" y="362"/>
                  </a:lnTo>
                  <a:cubicBezTo>
                    <a:pt x="3081" y="430"/>
                    <a:pt x="3062" y="529"/>
                    <a:pt x="3059" y="598"/>
                  </a:cubicBezTo>
                  <a:lnTo>
                    <a:pt x="3060" y="598"/>
                  </a:lnTo>
                  <a:lnTo>
                    <a:pt x="3186" y="208"/>
                  </a:lnTo>
                  <a:lnTo>
                    <a:pt x="3329" y="208"/>
                  </a:lnTo>
                  <a:lnTo>
                    <a:pt x="3329" y="829"/>
                  </a:lnTo>
                  <a:lnTo>
                    <a:pt x="3186" y="829"/>
                  </a:lnTo>
                  <a:lnTo>
                    <a:pt x="3186" y="684"/>
                  </a:lnTo>
                  <a:cubicBezTo>
                    <a:pt x="3186" y="618"/>
                    <a:pt x="3207" y="516"/>
                    <a:pt x="3213" y="451"/>
                  </a:cubicBezTo>
                  <a:lnTo>
                    <a:pt x="3213" y="451"/>
                  </a:lnTo>
                  <a:lnTo>
                    <a:pt x="3084" y="829"/>
                  </a:lnTo>
                  <a:lnTo>
                    <a:pt x="2938" y="829"/>
                  </a:lnTo>
                  <a:lnTo>
                    <a:pt x="2938" y="208"/>
                  </a:lnTo>
                  <a:lnTo>
                    <a:pt x="3081" y="208"/>
                  </a:lnTo>
                  <a:close/>
                  <a:moveTo>
                    <a:pt x="2173" y="208"/>
                  </a:moveTo>
                  <a:lnTo>
                    <a:pt x="2173" y="362"/>
                  </a:lnTo>
                  <a:cubicBezTo>
                    <a:pt x="2173" y="430"/>
                    <a:pt x="2154" y="529"/>
                    <a:pt x="2151" y="598"/>
                  </a:cubicBezTo>
                  <a:lnTo>
                    <a:pt x="2151" y="598"/>
                  </a:lnTo>
                  <a:lnTo>
                    <a:pt x="2278" y="208"/>
                  </a:lnTo>
                  <a:lnTo>
                    <a:pt x="2420" y="208"/>
                  </a:lnTo>
                  <a:lnTo>
                    <a:pt x="2420" y="829"/>
                  </a:lnTo>
                  <a:lnTo>
                    <a:pt x="2278" y="829"/>
                  </a:lnTo>
                  <a:lnTo>
                    <a:pt x="2278" y="684"/>
                  </a:lnTo>
                  <a:cubicBezTo>
                    <a:pt x="2278" y="618"/>
                    <a:pt x="2298" y="516"/>
                    <a:pt x="2305" y="451"/>
                  </a:cubicBezTo>
                  <a:lnTo>
                    <a:pt x="2305" y="451"/>
                  </a:lnTo>
                  <a:lnTo>
                    <a:pt x="2176" y="829"/>
                  </a:lnTo>
                  <a:lnTo>
                    <a:pt x="2030" y="829"/>
                  </a:lnTo>
                  <a:lnTo>
                    <a:pt x="2030" y="208"/>
                  </a:lnTo>
                  <a:lnTo>
                    <a:pt x="2173" y="208"/>
                  </a:lnTo>
                  <a:close/>
                  <a:moveTo>
                    <a:pt x="1265" y="447"/>
                  </a:moveTo>
                  <a:lnTo>
                    <a:pt x="1363" y="447"/>
                  </a:lnTo>
                  <a:lnTo>
                    <a:pt x="1363" y="208"/>
                  </a:lnTo>
                  <a:lnTo>
                    <a:pt x="1512" y="208"/>
                  </a:lnTo>
                  <a:lnTo>
                    <a:pt x="1512" y="829"/>
                  </a:lnTo>
                  <a:lnTo>
                    <a:pt x="1363" y="829"/>
                  </a:lnTo>
                  <a:lnTo>
                    <a:pt x="1363" y="565"/>
                  </a:lnTo>
                  <a:lnTo>
                    <a:pt x="1265" y="565"/>
                  </a:lnTo>
                  <a:lnTo>
                    <a:pt x="1265" y="829"/>
                  </a:lnTo>
                  <a:lnTo>
                    <a:pt x="1115" y="829"/>
                  </a:lnTo>
                  <a:lnTo>
                    <a:pt x="1115" y="208"/>
                  </a:lnTo>
                  <a:lnTo>
                    <a:pt x="1265" y="208"/>
                  </a:lnTo>
                  <a:lnTo>
                    <a:pt x="1265" y="447"/>
                  </a:lnTo>
                  <a:close/>
                  <a:moveTo>
                    <a:pt x="351" y="447"/>
                  </a:moveTo>
                  <a:lnTo>
                    <a:pt x="395" y="447"/>
                  </a:lnTo>
                  <a:cubicBezTo>
                    <a:pt x="437" y="447"/>
                    <a:pt x="454" y="426"/>
                    <a:pt x="454" y="377"/>
                  </a:cubicBezTo>
                  <a:cubicBezTo>
                    <a:pt x="454" y="341"/>
                    <a:pt x="437" y="319"/>
                    <a:pt x="395" y="319"/>
                  </a:cubicBezTo>
                  <a:lnTo>
                    <a:pt x="351" y="319"/>
                  </a:lnTo>
                  <a:lnTo>
                    <a:pt x="351" y="447"/>
                  </a:lnTo>
                  <a:close/>
                  <a:moveTo>
                    <a:pt x="206" y="208"/>
                  </a:moveTo>
                  <a:lnTo>
                    <a:pt x="445" y="208"/>
                  </a:lnTo>
                  <a:cubicBezTo>
                    <a:pt x="518" y="208"/>
                    <a:pt x="598" y="252"/>
                    <a:pt x="598" y="363"/>
                  </a:cubicBezTo>
                  <a:cubicBezTo>
                    <a:pt x="598" y="448"/>
                    <a:pt x="546" y="488"/>
                    <a:pt x="513" y="495"/>
                  </a:cubicBezTo>
                  <a:cubicBezTo>
                    <a:pt x="571" y="519"/>
                    <a:pt x="604" y="559"/>
                    <a:pt x="604" y="645"/>
                  </a:cubicBezTo>
                  <a:cubicBezTo>
                    <a:pt x="604" y="761"/>
                    <a:pt x="542" y="829"/>
                    <a:pt x="415" y="829"/>
                  </a:cubicBezTo>
                  <a:lnTo>
                    <a:pt x="206" y="829"/>
                  </a:lnTo>
                  <a:lnTo>
                    <a:pt x="206" y="2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7" name="Текст 14"/>
          <p:cNvSpPr>
            <a:spLocks noGrp="1"/>
          </p:cNvSpPr>
          <p:nvPr>
            <p:ph type="body" sz="quarter" idx="11" hasCustomPrompt="1"/>
          </p:nvPr>
        </p:nvSpPr>
        <p:spPr>
          <a:xfrm>
            <a:off x="2243139" y="6340515"/>
            <a:ext cx="9182099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1219140" rtl="0" eaLnBrk="1" latinLnBrk="0" hangingPunct="1">
              <a:spcBef>
                <a:spcPct val="20000"/>
              </a:spcBef>
              <a:buFont typeface="Arial" pitchFamily="34" charset="0"/>
              <a:buNone/>
              <a:defRPr lang="ru-RU" sz="1800" b="0" kern="1200" spc="60" baseline="0" dirty="0" smtClean="0">
                <a:solidFill>
                  <a:srgbClr val="0079C2"/>
                </a:solidFill>
                <a:latin typeface="Arial Narrow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МЕРОПРИЯТИЯ</a:t>
            </a:r>
          </a:p>
        </p:txBody>
      </p:sp>
      <p:sp>
        <p:nvSpPr>
          <p:cNvPr id="13" name="Текст 2"/>
          <p:cNvSpPr>
            <a:spLocks noGrp="1"/>
          </p:cNvSpPr>
          <p:nvPr>
            <p:ph type="body" sz="quarter" idx="12" hasCustomPrompt="1"/>
          </p:nvPr>
        </p:nvSpPr>
        <p:spPr>
          <a:xfrm>
            <a:off x="2243138" y="4724400"/>
            <a:ext cx="9182100" cy="2821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indent="0">
              <a:lnSpc>
                <a:spcPts val="2200"/>
              </a:lnSpc>
              <a:spcBef>
                <a:spcPts val="0"/>
              </a:spcBef>
              <a:defRPr sz="2000"/>
            </a:lvl1pPr>
          </a:lstStyle>
          <a:p>
            <a:pPr lvl="0"/>
            <a:r>
              <a:rPr lang="ru-RU" dirty="0"/>
              <a:t>Фамилия Имя Отчество</a:t>
            </a:r>
          </a:p>
        </p:txBody>
      </p:sp>
      <p:sp>
        <p:nvSpPr>
          <p:cNvPr id="14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2243138" y="5009704"/>
            <a:ext cx="9182100" cy="329184"/>
          </a:xfrm>
          <a:prstGeom prst="rect">
            <a:avLst/>
          </a:prstGeom>
        </p:spPr>
        <p:txBody>
          <a:bodyPr wrap="square" lIns="0" tIns="72000" rIns="0" bIns="0">
            <a:spAutoFit/>
          </a:bodyPr>
          <a:lstStyle>
            <a:lvl1pPr indent="0">
              <a:lnSpc>
                <a:spcPts val="2000"/>
              </a:lnSpc>
              <a:spcBef>
                <a:spcPts val="0"/>
              </a:spcBef>
              <a:defRPr sz="1800" b="0"/>
            </a:lvl1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Полилиния 24"/>
          <p:cNvSpPr/>
          <p:nvPr/>
        </p:nvSpPr>
        <p:spPr>
          <a:xfrm>
            <a:off x="0" y="1268414"/>
            <a:ext cx="10056814" cy="3132136"/>
          </a:xfrm>
          <a:custGeom>
            <a:avLst/>
            <a:gdLst>
              <a:gd name="connsiteX0" fmla="*/ 0 w 10430380"/>
              <a:gd name="connsiteY0" fmla="*/ 0 h 3132136"/>
              <a:gd name="connsiteX1" fmla="*/ 10158009 w 10430380"/>
              <a:gd name="connsiteY1" fmla="*/ 0 h 3132136"/>
              <a:gd name="connsiteX2" fmla="*/ 10430380 w 10430380"/>
              <a:gd name="connsiteY2" fmla="*/ 272371 h 3132136"/>
              <a:gd name="connsiteX3" fmla="*/ 10430380 w 10430380"/>
              <a:gd name="connsiteY3" fmla="*/ 3132136 h 3132136"/>
              <a:gd name="connsiteX4" fmla="*/ 0 w 10430380"/>
              <a:gd name="connsiteY4" fmla="*/ 3132136 h 3132136"/>
              <a:gd name="connsiteX5" fmla="*/ 0 w 10430380"/>
              <a:gd name="connsiteY5" fmla="*/ 0 h 3132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430380" h="3132136">
                <a:moveTo>
                  <a:pt x="0" y="0"/>
                </a:moveTo>
                <a:lnTo>
                  <a:pt x="10158009" y="0"/>
                </a:lnTo>
                <a:lnTo>
                  <a:pt x="10430380" y="272371"/>
                </a:lnTo>
                <a:lnTo>
                  <a:pt x="10430380" y="3132136"/>
                </a:lnTo>
                <a:lnTo>
                  <a:pt x="0" y="3132136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algn="ctr" rotWithShape="0">
              <a:srgbClr val="00206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eaLnBrk="1" hangingPunct="1"/>
            <a:endParaRPr lang="en-US" sz="1000">
              <a:solidFill>
                <a:prstClr val="white"/>
              </a:solidFill>
              <a:latin typeface="Arial Narrow" panose="020B0606020202030204" pitchFamily="34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14" hasCustomPrompt="1"/>
          </p:nvPr>
        </p:nvSpPr>
        <p:spPr>
          <a:xfrm>
            <a:off x="2243139" y="1665289"/>
            <a:ext cx="7453312" cy="2342788"/>
          </a:xfrm>
          <a:prstGeom prst="rect">
            <a:avLst/>
          </a:prstGeom>
        </p:spPr>
        <p:txBody>
          <a:bodyPr lIns="0" tIns="0" rIns="0" bIns="72000" anchor="ctr" anchorCtr="0"/>
          <a:lstStyle>
            <a:lvl1pPr marL="0" marR="0" indent="0" algn="l" defTabSz="1217613" rtl="0" eaLnBrk="0" fontAlgn="base" latinLnBrk="0" hangingPunct="0">
              <a:lnSpc>
                <a:spcPts val="44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 lang="ru-RU" sz="4000" b="1" kern="1200" spc="40" baseline="0" dirty="0" smtClean="0">
                <a:solidFill>
                  <a:srgbClr val="0079C2"/>
                </a:solidFill>
                <a:latin typeface="Arial Narrow" pitchFamily="34" charset="0"/>
                <a:ea typeface="+mn-ea"/>
                <a:cs typeface="+mn-cs"/>
              </a:defRPr>
            </a:lvl1pPr>
          </a:lstStyle>
          <a:p>
            <a:pPr>
              <a:lnSpc>
                <a:spcPts val="4400"/>
              </a:lnSpc>
            </a:pPr>
            <a:r>
              <a:rPr lang="ru-RU" sz="4000" spc="40" baseline="0" dirty="0"/>
              <a:t>НАЗВАНИЕ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31072133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76">
          <p15:clr>
            <a:srgbClr val="FBAE40"/>
          </p15:clr>
        </p15:guide>
        <p15:guide id="2" orient="horz" pos="1049">
          <p15:clr>
            <a:srgbClr val="FBAE40"/>
          </p15:clr>
        </p15:guide>
        <p15:guide id="3" orient="horz" pos="2523">
          <p15:clr>
            <a:srgbClr val="FBAE40"/>
          </p15:clr>
        </p15:guide>
        <p15:guide id="4" orient="horz" pos="799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pos="6108">
          <p15:clr>
            <a:srgbClr val="FBAE40"/>
          </p15:clr>
        </p15:guide>
        <p15:guide id="7" pos="6335">
          <p15:clr>
            <a:srgbClr val="FBAE40"/>
          </p15:clr>
        </p15:guide>
        <p15:guide id="8" pos="7197">
          <p15:clr>
            <a:srgbClr val="FBAE40"/>
          </p15:clr>
        </p15:guide>
        <p15:guide id="9" orient="horz" pos="229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Шмуцтиту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олилиния 15"/>
          <p:cNvSpPr/>
          <p:nvPr/>
        </p:nvSpPr>
        <p:spPr>
          <a:xfrm>
            <a:off x="0" y="1268413"/>
            <a:ext cx="10056814" cy="4537301"/>
          </a:xfrm>
          <a:custGeom>
            <a:avLst/>
            <a:gdLst>
              <a:gd name="connsiteX0" fmla="*/ 0 w 10430380"/>
              <a:gd name="connsiteY0" fmla="*/ 0 h 3132136"/>
              <a:gd name="connsiteX1" fmla="*/ 10158009 w 10430380"/>
              <a:gd name="connsiteY1" fmla="*/ 0 h 3132136"/>
              <a:gd name="connsiteX2" fmla="*/ 10430380 w 10430380"/>
              <a:gd name="connsiteY2" fmla="*/ 272371 h 3132136"/>
              <a:gd name="connsiteX3" fmla="*/ 10430380 w 10430380"/>
              <a:gd name="connsiteY3" fmla="*/ 3132136 h 3132136"/>
              <a:gd name="connsiteX4" fmla="*/ 0 w 10430380"/>
              <a:gd name="connsiteY4" fmla="*/ 3132136 h 3132136"/>
              <a:gd name="connsiteX5" fmla="*/ 0 w 10430380"/>
              <a:gd name="connsiteY5" fmla="*/ 0 h 3132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430380" h="3132136">
                <a:moveTo>
                  <a:pt x="0" y="0"/>
                </a:moveTo>
                <a:lnTo>
                  <a:pt x="10158009" y="0"/>
                </a:lnTo>
                <a:lnTo>
                  <a:pt x="10430380" y="272371"/>
                </a:lnTo>
                <a:lnTo>
                  <a:pt x="10430380" y="3132136"/>
                </a:lnTo>
                <a:lnTo>
                  <a:pt x="0" y="3132136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algn="ctr" rotWithShape="0">
              <a:srgbClr val="00206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eaLnBrk="1" hangingPunct="1"/>
            <a:endParaRPr lang="en-US" sz="1000">
              <a:solidFill>
                <a:prstClr val="white"/>
              </a:solidFill>
              <a:latin typeface="Arial Narrow" panose="020B0606020202030204" pitchFamily="34" charset="0"/>
            </a:endParaRPr>
          </a:p>
        </p:txBody>
      </p:sp>
      <p:sp>
        <p:nvSpPr>
          <p:cNvPr id="18" name="Текст 2"/>
          <p:cNvSpPr>
            <a:spLocks noGrp="1"/>
          </p:cNvSpPr>
          <p:nvPr>
            <p:ph type="body" sz="quarter" idx="10" hasCustomPrompt="1"/>
          </p:nvPr>
        </p:nvSpPr>
        <p:spPr>
          <a:xfrm>
            <a:off x="2243138" y="1665287"/>
            <a:ext cx="7453312" cy="3635375"/>
          </a:xfrm>
          <a:prstGeom prst="rect">
            <a:avLst/>
          </a:prstGeom>
        </p:spPr>
        <p:txBody>
          <a:bodyPr lIns="0" tIns="0" rIns="0" bIns="72000" anchor="ctr" anchorCtr="0"/>
          <a:lstStyle>
            <a:lvl1pPr>
              <a:lnSpc>
                <a:spcPts val="4400"/>
              </a:lnSpc>
              <a:spcBef>
                <a:spcPts val="0"/>
              </a:spcBef>
              <a:defRPr sz="4000" b="0" spc="60" baseline="0"/>
            </a:lvl1pPr>
          </a:lstStyle>
          <a:p>
            <a:pPr lvl="0"/>
            <a:r>
              <a:rPr lang="ru-RU" dirty="0"/>
              <a:t>НАЗВАНИЕ ШМУЦТИТУЛА</a:t>
            </a:r>
          </a:p>
        </p:txBody>
      </p:sp>
      <p:grpSp>
        <p:nvGrpSpPr>
          <p:cNvPr id="19" name="Группа 18"/>
          <p:cNvGrpSpPr/>
          <p:nvPr/>
        </p:nvGrpSpPr>
        <p:grpSpPr>
          <a:xfrm>
            <a:off x="279018" y="146556"/>
            <a:ext cx="1543569" cy="761494"/>
            <a:chOff x="636588" y="195263"/>
            <a:chExt cx="1071562" cy="528637"/>
          </a:xfrm>
          <a:solidFill>
            <a:srgbClr val="0079C2"/>
          </a:solidFill>
        </p:grpSpPr>
        <p:sp>
          <p:nvSpPr>
            <p:cNvPr id="20" name="Freeform 5"/>
            <p:cNvSpPr>
              <a:spLocks noEditPoints="1"/>
            </p:cNvSpPr>
            <p:nvPr/>
          </p:nvSpPr>
          <p:spPr bwMode="auto">
            <a:xfrm>
              <a:off x="831850" y="195263"/>
              <a:ext cx="107950" cy="334962"/>
            </a:xfrm>
            <a:custGeom>
              <a:avLst/>
              <a:gdLst>
                <a:gd name="T0" fmla="*/ 1 h 2881172"/>
                <a:gd name="T1" fmla="*/ 1468 h 2744"/>
                <a:gd name="T2" fmla="*/ 727 w 891"/>
                <a:gd name="T3" fmla="*/ 1880 h 2744"/>
                <a:gd name="T4" fmla="*/ 677 w 891"/>
                <a:gd name="T5" fmla="*/ 1294 h 2744"/>
                <a:gd name="T6" fmla="*/ 443 w 891"/>
                <a:gd name="T7" fmla="*/ 660 h 2744"/>
                <a:gd name="T8" fmla="*/ 213 w 891"/>
                <a:gd name="T9" fmla="*/ 1292 h 2744"/>
                <a:gd name="T10" fmla="*/ 159 w 891"/>
                <a:gd name="T11" fmla="*/ 1886 h 2744"/>
                <a:gd name="T12" fmla="*/ 121 w 891"/>
                <a:gd name="T13" fmla="*/ 1310 h 2744"/>
                <a:gd name="T14" fmla="*/ 204 w 891"/>
                <a:gd name="T15" fmla="*/ 789 h 2744"/>
                <a:gd name="T16" fmla="*/ 443 w 891"/>
                <a:gd name="T17" fmla="*/ 216 h 2744"/>
                <a:gd name="T18" fmla="*/ 686 w 891"/>
                <a:gd name="T19" fmla="*/ 781 h 2744"/>
                <a:gd name="T20" fmla="*/ 1 h 2881172"/>
                <a:gd name="T21" fmla="*/ 1468 h 2744"/>
                <a:gd name="T22" fmla="*/ 445 w 891"/>
                <a:gd name="T23" fmla="*/ 2644 h 2744"/>
                <a:gd name="T24" fmla="*/ 323 w 891"/>
                <a:gd name="T25" fmla="*/ 2146 h 2744"/>
                <a:gd name="T26" fmla="*/ 447 w 891"/>
                <a:gd name="T27" fmla="*/ 1653 h 2744"/>
                <a:gd name="T28" fmla="*/ 565 w 891"/>
                <a:gd name="T29" fmla="*/ 2125 h 2744"/>
                <a:gd name="T30" fmla="*/ 445 w 891"/>
                <a:gd name="T31" fmla="*/ 2644 h 2744"/>
                <a:gd name="T32" fmla="*/ 799 w 891"/>
                <a:gd name="T33" fmla="*/ 784 h 2744"/>
                <a:gd name="T34" fmla="*/ 445 w 891"/>
                <a:gd name="T35" fmla="*/ 0 h 2744"/>
                <a:gd name="T36" fmla="*/ 117 w 891"/>
                <a:gd name="T37" fmla="*/ 685 h 2744"/>
                <a:gd name="T38" fmla="*/ 35 w 891"/>
                <a:gd name="T39" fmla="*/ 1673 h 2744"/>
                <a:gd name="T40" fmla="*/ 203 w 891"/>
                <a:gd name="T41" fmla="*/ 2307 h 2744"/>
                <a:gd name="T42" fmla="*/ 447 w 891"/>
                <a:gd name="T43" fmla="*/ 2744 h 2744"/>
                <a:gd name="T44" fmla="*/ 849 w 891"/>
                <a:gd name="T45" fmla="*/ 1717 h 2744"/>
                <a:gd name="T46" fmla="*/ 799 w 891"/>
                <a:gd name="T47" fmla="*/ 784 h 27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891" h="2744">
                  <a:moveTo>
                    <a:pt x="773" y="1468"/>
                  </a:moveTo>
                  <a:cubicBezTo>
                    <a:pt x="769" y="1621"/>
                    <a:pt x="751" y="1783"/>
                    <a:pt x="727" y="1880"/>
                  </a:cubicBezTo>
                  <a:cubicBezTo>
                    <a:pt x="736" y="1713"/>
                    <a:pt x="716" y="1478"/>
                    <a:pt x="677" y="1294"/>
                  </a:cubicBezTo>
                  <a:cubicBezTo>
                    <a:pt x="639" y="1110"/>
                    <a:pt x="530" y="802"/>
                    <a:pt x="443" y="660"/>
                  </a:cubicBezTo>
                  <a:cubicBezTo>
                    <a:pt x="363" y="796"/>
                    <a:pt x="264" y="1061"/>
                    <a:pt x="213" y="1292"/>
                  </a:cubicBezTo>
                  <a:cubicBezTo>
                    <a:pt x="161" y="1523"/>
                    <a:pt x="159" y="1802"/>
                    <a:pt x="159" y="1886"/>
                  </a:cubicBezTo>
                  <a:cubicBezTo>
                    <a:pt x="145" y="1815"/>
                    <a:pt x="111" y="1563"/>
                    <a:pt x="121" y="1310"/>
                  </a:cubicBezTo>
                  <a:cubicBezTo>
                    <a:pt x="129" y="1102"/>
                    <a:pt x="177" y="888"/>
                    <a:pt x="204" y="789"/>
                  </a:cubicBezTo>
                  <a:cubicBezTo>
                    <a:pt x="306" y="460"/>
                    <a:pt x="422" y="249"/>
                    <a:pt x="443" y="216"/>
                  </a:cubicBezTo>
                  <a:cubicBezTo>
                    <a:pt x="465" y="249"/>
                    <a:pt x="610" y="508"/>
                    <a:pt x="686" y="781"/>
                  </a:cubicBezTo>
                  <a:cubicBezTo>
                    <a:pt x="761" y="1053"/>
                    <a:pt x="776" y="1314"/>
                    <a:pt x="773" y="1468"/>
                  </a:cubicBezTo>
                  <a:close/>
                  <a:moveTo>
                    <a:pt x="445" y="2644"/>
                  </a:moveTo>
                  <a:cubicBezTo>
                    <a:pt x="400" y="2559"/>
                    <a:pt x="330" y="2397"/>
                    <a:pt x="323" y="2146"/>
                  </a:cubicBezTo>
                  <a:cubicBezTo>
                    <a:pt x="321" y="1904"/>
                    <a:pt x="418" y="1697"/>
                    <a:pt x="447" y="1653"/>
                  </a:cubicBezTo>
                  <a:cubicBezTo>
                    <a:pt x="472" y="1697"/>
                    <a:pt x="555" y="1877"/>
                    <a:pt x="565" y="2125"/>
                  </a:cubicBezTo>
                  <a:cubicBezTo>
                    <a:pt x="572" y="2367"/>
                    <a:pt x="492" y="2557"/>
                    <a:pt x="445" y="2644"/>
                  </a:cubicBezTo>
                  <a:close/>
                  <a:moveTo>
                    <a:pt x="799" y="784"/>
                  </a:moveTo>
                  <a:cubicBezTo>
                    <a:pt x="707" y="381"/>
                    <a:pt x="477" y="54"/>
                    <a:pt x="445" y="0"/>
                  </a:cubicBezTo>
                  <a:cubicBezTo>
                    <a:pt x="395" y="75"/>
                    <a:pt x="211" y="364"/>
                    <a:pt x="117" y="685"/>
                  </a:cubicBezTo>
                  <a:cubicBezTo>
                    <a:pt x="15" y="1043"/>
                    <a:pt x="0" y="1361"/>
                    <a:pt x="35" y="1673"/>
                  </a:cubicBezTo>
                  <a:cubicBezTo>
                    <a:pt x="70" y="1986"/>
                    <a:pt x="203" y="2307"/>
                    <a:pt x="203" y="2307"/>
                  </a:cubicBezTo>
                  <a:cubicBezTo>
                    <a:pt x="273" y="2475"/>
                    <a:pt x="378" y="2655"/>
                    <a:pt x="447" y="2744"/>
                  </a:cubicBezTo>
                  <a:cubicBezTo>
                    <a:pt x="547" y="2614"/>
                    <a:pt x="778" y="2225"/>
                    <a:pt x="849" y="1717"/>
                  </a:cubicBezTo>
                  <a:cubicBezTo>
                    <a:pt x="890" y="1434"/>
                    <a:pt x="891" y="1187"/>
                    <a:pt x="799" y="7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Freeform 6"/>
            <p:cNvSpPr>
              <a:spLocks/>
            </p:cNvSpPr>
            <p:nvPr/>
          </p:nvSpPr>
          <p:spPr bwMode="auto">
            <a:xfrm>
              <a:off x="636588" y="358775"/>
              <a:ext cx="315912" cy="365125"/>
            </a:xfrm>
            <a:custGeom>
              <a:avLst/>
              <a:gdLst>
                <a:gd name="T0" fmla="*/ 2201 w 2597"/>
                <a:gd name="T1" fmla="*/ 1501 h 3002"/>
                <a:gd name="T2" fmla="*/ 1501 w 2597"/>
                <a:gd name="T3" fmla="*/ 1501 h 3002"/>
                <a:gd name="T4" fmla="*/ 1501 w 2597"/>
                <a:gd name="T5" fmla="*/ 1971 h 3002"/>
                <a:gd name="T6" fmla="*/ 1503 w 2597"/>
                <a:gd name="T7" fmla="*/ 1969 h 3002"/>
                <a:gd name="T8" fmla="*/ 2100 w 2597"/>
                <a:gd name="T9" fmla="*/ 1969 h 3002"/>
                <a:gd name="T10" fmla="*/ 2100 w 2597"/>
                <a:gd name="T11" fmla="*/ 2566 h 3002"/>
                <a:gd name="T12" fmla="*/ 2098 w 2597"/>
                <a:gd name="T13" fmla="*/ 2568 h 3002"/>
                <a:gd name="T14" fmla="*/ 2098 w 2597"/>
                <a:gd name="T15" fmla="*/ 2568 h 3002"/>
                <a:gd name="T16" fmla="*/ 2096 w 2597"/>
                <a:gd name="T17" fmla="*/ 2570 h 3002"/>
                <a:gd name="T18" fmla="*/ 1501 w 2597"/>
                <a:gd name="T19" fmla="*/ 2815 h 3002"/>
                <a:gd name="T20" fmla="*/ 905 w 2597"/>
                <a:gd name="T21" fmla="*/ 2568 h 3002"/>
                <a:gd name="T22" fmla="*/ 802 w 2597"/>
                <a:gd name="T23" fmla="*/ 1501 h 3002"/>
                <a:gd name="T24" fmla="*/ 905 w 2597"/>
                <a:gd name="T25" fmla="*/ 1375 h 3002"/>
                <a:gd name="T26" fmla="*/ 1501 w 2597"/>
                <a:gd name="T27" fmla="*/ 1129 h 3002"/>
                <a:gd name="T28" fmla="*/ 1501 w 2597"/>
                <a:gd name="T29" fmla="*/ 0 h 3002"/>
                <a:gd name="T30" fmla="*/ 0 w 2597"/>
                <a:gd name="T31" fmla="*/ 1501 h 3002"/>
                <a:gd name="T32" fmla="*/ 1501 w 2597"/>
                <a:gd name="T33" fmla="*/ 3002 h 3002"/>
                <a:gd name="T34" fmla="*/ 2597 w 2597"/>
                <a:gd name="T35" fmla="*/ 2527 h 3002"/>
                <a:gd name="T36" fmla="*/ 2597 w 2597"/>
                <a:gd name="T37" fmla="*/ 1501 h 3002"/>
                <a:gd name="T38" fmla="*/ 2201 w 2597"/>
                <a:gd name="T39" fmla="*/ 1501 h 30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597" h="3002">
                  <a:moveTo>
                    <a:pt x="2201" y="1501"/>
                  </a:moveTo>
                  <a:lnTo>
                    <a:pt x="1501" y="1501"/>
                  </a:lnTo>
                  <a:lnTo>
                    <a:pt x="1501" y="1971"/>
                  </a:lnTo>
                  <a:cubicBezTo>
                    <a:pt x="1502" y="1970"/>
                    <a:pt x="1503" y="1969"/>
                    <a:pt x="1503" y="1969"/>
                  </a:cubicBezTo>
                  <a:cubicBezTo>
                    <a:pt x="1668" y="1804"/>
                    <a:pt x="1935" y="1804"/>
                    <a:pt x="2100" y="1969"/>
                  </a:cubicBezTo>
                  <a:cubicBezTo>
                    <a:pt x="2265" y="2133"/>
                    <a:pt x="2265" y="2401"/>
                    <a:pt x="2100" y="2566"/>
                  </a:cubicBezTo>
                  <a:cubicBezTo>
                    <a:pt x="2100" y="2566"/>
                    <a:pt x="2099" y="2567"/>
                    <a:pt x="2098" y="2568"/>
                  </a:cubicBezTo>
                  <a:cubicBezTo>
                    <a:pt x="2098" y="2568"/>
                    <a:pt x="2098" y="2568"/>
                    <a:pt x="2098" y="2568"/>
                  </a:cubicBezTo>
                  <a:cubicBezTo>
                    <a:pt x="2097" y="2568"/>
                    <a:pt x="2096" y="2569"/>
                    <a:pt x="2096" y="2570"/>
                  </a:cubicBezTo>
                  <a:cubicBezTo>
                    <a:pt x="1931" y="2733"/>
                    <a:pt x="1716" y="2815"/>
                    <a:pt x="1501" y="2815"/>
                  </a:cubicBezTo>
                  <a:cubicBezTo>
                    <a:pt x="1286" y="2815"/>
                    <a:pt x="1070" y="2733"/>
                    <a:pt x="905" y="2568"/>
                  </a:cubicBezTo>
                  <a:cubicBezTo>
                    <a:pt x="615" y="2278"/>
                    <a:pt x="581" y="1829"/>
                    <a:pt x="802" y="1501"/>
                  </a:cubicBezTo>
                  <a:cubicBezTo>
                    <a:pt x="832" y="1457"/>
                    <a:pt x="866" y="1415"/>
                    <a:pt x="905" y="1375"/>
                  </a:cubicBezTo>
                  <a:cubicBezTo>
                    <a:pt x="1070" y="1211"/>
                    <a:pt x="1286" y="1129"/>
                    <a:pt x="1501" y="1129"/>
                  </a:cubicBezTo>
                  <a:lnTo>
                    <a:pt x="1501" y="0"/>
                  </a:lnTo>
                  <a:cubicBezTo>
                    <a:pt x="672" y="0"/>
                    <a:pt x="0" y="672"/>
                    <a:pt x="0" y="1501"/>
                  </a:cubicBezTo>
                  <a:cubicBezTo>
                    <a:pt x="0" y="2330"/>
                    <a:pt x="672" y="3002"/>
                    <a:pt x="1501" y="3002"/>
                  </a:cubicBezTo>
                  <a:cubicBezTo>
                    <a:pt x="1934" y="3002"/>
                    <a:pt x="2323" y="2820"/>
                    <a:pt x="2597" y="2527"/>
                  </a:cubicBezTo>
                  <a:lnTo>
                    <a:pt x="2597" y="1501"/>
                  </a:lnTo>
                  <a:lnTo>
                    <a:pt x="2201" y="15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Freeform 7"/>
            <p:cNvSpPr>
              <a:spLocks/>
            </p:cNvSpPr>
            <p:nvPr/>
          </p:nvSpPr>
          <p:spPr bwMode="auto">
            <a:xfrm>
              <a:off x="974725" y="358775"/>
              <a:ext cx="69850" cy="182562"/>
            </a:xfrm>
            <a:custGeom>
              <a:avLst/>
              <a:gdLst>
                <a:gd name="T0" fmla="*/ 0 w 572"/>
                <a:gd name="T1" fmla="*/ 0 h 1501"/>
                <a:gd name="T2" fmla="*/ 572 w 572"/>
                <a:gd name="T3" fmla="*/ 0 h 1501"/>
                <a:gd name="T4" fmla="*/ 572 w 572"/>
                <a:gd name="T5" fmla="*/ 186 h 1501"/>
                <a:gd name="T6" fmla="*/ 300 w 572"/>
                <a:gd name="T7" fmla="*/ 186 h 1501"/>
                <a:gd name="T8" fmla="*/ 300 w 572"/>
                <a:gd name="T9" fmla="*/ 1501 h 1501"/>
                <a:gd name="T10" fmla="*/ 0 w 572"/>
                <a:gd name="T11" fmla="*/ 1501 h 1501"/>
                <a:gd name="T12" fmla="*/ 0 w 572"/>
                <a:gd name="T13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72" h="1501">
                  <a:moveTo>
                    <a:pt x="0" y="0"/>
                  </a:moveTo>
                  <a:lnTo>
                    <a:pt x="572" y="0"/>
                  </a:lnTo>
                  <a:lnTo>
                    <a:pt x="572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" name="Freeform 8"/>
            <p:cNvSpPr>
              <a:spLocks noEditPoints="1"/>
            </p:cNvSpPr>
            <p:nvPr/>
          </p:nvSpPr>
          <p:spPr bwMode="auto">
            <a:xfrm>
              <a:off x="1042988" y="358775"/>
              <a:ext cx="95250" cy="182562"/>
            </a:xfrm>
            <a:custGeom>
              <a:avLst/>
              <a:gdLst>
                <a:gd name="T0" fmla="*/ 0 w 785"/>
                <a:gd name="T1" fmla="*/ 1501 h 1501"/>
                <a:gd name="T2" fmla="*/ 294 w 785"/>
                <a:gd name="T3" fmla="*/ 1501 h 1501"/>
                <a:gd name="T4" fmla="*/ 322 w 785"/>
                <a:gd name="T5" fmla="*/ 1102 h 1501"/>
                <a:gd name="T6" fmla="*/ 463 w 785"/>
                <a:gd name="T7" fmla="*/ 1102 h 1501"/>
                <a:gd name="T8" fmla="*/ 491 w 785"/>
                <a:gd name="T9" fmla="*/ 1501 h 1501"/>
                <a:gd name="T10" fmla="*/ 785 w 785"/>
                <a:gd name="T11" fmla="*/ 1501 h 1501"/>
                <a:gd name="T12" fmla="*/ 628 w 785"/>
                <a:gd name="T13" fmla="*/ 0 h 1501"/>
                <a:gd name="T14" fmla="*/ 157 w 785"/>
                <a:gd name="T15" fmla="*/ 0 h 1501"/>
                <a:gd name="T16" fmla="*/ 0 w 785"/>
                <a:gd name="T17" fmla="*/ 1501 h 1501"/>
                <a:gd name="T18" fmla="*/ 332 w 785"/>
                <a:gd name="T19" fmla="*/ 937 h 1501"/>
                <a:gd name="T20" fmla="*/ 384 w 785"/>
                <a:gd name="T21" fmla="*/ 186 h 1501"/>
                <a:gd name="T22" fmla="*/ 401 w 785"/>
                <a:gd name="T23" fmla="*/ 186 h 1501"/>
                <a:gd name="T24" fmla="*/ 453 w 785"/>
                <a:gd name="T25" fmla="*/ 937 h 1501"/>
                <a:gd name="T26" fmla="*/ 332 w 785"/>
                <a:gd name="T27" fmla="*/ 937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85" h="1501">
                  <a:moveTo>
                    <a:pt x="0" y="1501"/>
                  </a:moveTo>
                  <a:lnTo>
                    <a:pt x="294" y="1501"/>
                  </a:lnTo>
                  <a:lnTo>
                    <a:pt x="322" y="1102"/>
                  </a:lnTo>
                  <a:lnTo>
                    <a:pt x="463" y="1102"/>
                  </a:lnTo>
                  <a:lnTo>
                    <a:pt x="491" y="1501"/>
                  </a:lnTo>
                  <a:lnTo>
                    <a:pt x="785" y="1501"/>
                  </a:lnTo>
                  <a:lnTo>
                    <a:pt x="628" y="0"/>
                  </a:lnTo>
                  <a:lnTo>
                    <a:pt x="157" y="0"/>
                  </a:lnTo>
                  <a:lnTo>
                    <a:pt x="0" y="1501"/>
                  </a:lnTo>
                  <a:close/>
                  <a:moveTo>
                    <a:pt x="332" y="937"/>
                  </a:moveTo>
                  <a:lnTo>
                    <a:pt x="384" y="186"/>
                  </a:lnTo>
                  <a:lnTo>
                    <a:pt x="401" y="186"/>
                  </a:lnTo>
                  <a:lnTo>
                    <a:pt x="453" y="937"/>
                  </a:lnTo>
                  <a:lnTo>
                    <a:pt x="332" y="9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" name="Freeform 9"/>
            <p:cNvSpPr>
              <a:spLocks/>
            </p:cNvSpPr>
            <p:nvPr/>
          </p:nvSpPr>
          <p:spPr bwMode="auto">
            <a:xfrm>
              <a:off x="1150938" y="358775"/>
              <a:ext cx="84137" cy="182562"/>
            </a:xfrm>
            <a:custGeom>
              <a:avLst/>
              <a:gdLst>
                <a:gd name="T0" fmla="*/ 300 w 695"/>
                <a:gd name="T1" fmla="*/ 975 h 1501"/>
                <a:gd name="T2" fmla="*/ 300 w 695"/>
                <a:gd name="T3" fmla="*/ 1258 h 1501"/>
                <a:gd name="T4" fmla="*/ 347 w 695"/>
                <a:gd name="T5" fmla="*/ 1307 h 1501"/>
                <a:gd name="T6" fmla="*/ 395 w 695"/>
                <a:gd name="T7" fmla="*/ 1258 h 1501"/>
                <a:gd name="T8" fmla="*/ 395 w 695"/>
                <a:gd name="T9" fmla="*/ 909 h 1501"/>
                <a:gd name="T10" fmla="*/ 275 w 695"/>
                <a:gd name="T11" fmla="*/ 810 h 1501"/>
                <a:gd name="T12" fmla="*/ 152 w 695"/>
                <a:gd name="T13" fmla="*/ 810 h 1501"/>
                <a:gd name="T14" fmla="*/ 152 w 695"/>
                <a:gd name="T15" fmla="*/ 645 h 1501"/>
                <a:gd name="T16" fmla="*/ 279 w 695"/>
                <a:gd name="T17" fmla="*/ 645 h 1501"/>
                <a:gd name="T18" fmla="*/ 395 w 695"/>
                <a:gd name="T19" fmla="*/ 534 h 1501"/>
                <a:gd name="T20" fmla="*/ 395 w 695"/>
                <a:gd name="T21" fmla="*/ 236 h 1501"/>
                <a:gd name="T22" fmla="*/ 347 w 695"/>
                <a:gd name="T23" fmla="*/ 186 h 1501"/>
                <a:gd name="T24" fmla="*/ 300 w 695"/>
                <a:gd name="T25" fmla="*/ 236 h 1501"/>
                <a:gd name="T26" fmla="*/ 300 w 695"/>
                <a:gd name="T27" fmla="*/ 480 h 1501"/>
                <a:gd name="T28" fmla="*/ 0 w 695"/>
                <a:gd name="T29" fmla="*/ 480 h 1501"/>
                <a:gd name="T30" fmla="*/ 0 w 695"/>
                <a:gd name="T31" fmla="*/ 268 h 1501"/>
                <a:gd name="T32" fmla="*/ 223 w 695"/>
                <a:gd name="T33" fmla="*/ 0 h 1501"/>
                <a:gd name="T34" fmla="*/ 472 w 695"/>
                <a:gd name="T35" fmla="*/ 0 h 1501"/>
                <a:gd name="T36" fmla="*/ 695 w 695"/>
                <a:gd name="T37" fmla="*/ 268 h 1501"/>
                <a:gd name="T38" fmla="*/ 695 w 695"/>
                <a:gd name="T39" fmla="*/ 508 h 1501"/>
                <a:gd name="T40" fmla="*/ 491 w 695"/>
                <a:gd name="T41" fmla="*/ 712 h 1501"/>
                <a:gd name="T42" fmla="*/ 491 w 695"/>
                <a:gd name="T43" fmla="*/ 727 h 1501"/>
                <a:gd name="T44" fmla="*/ 695 w 695"/>
                <a:gd name="T45" fmla="*/ 930 h 1501"/>
                <a:gd name="T46" fmla="*/ 695 w 695"/>
                <a:gd name="T47" fmla="*/ 1233 h 1501"/>
                <a:gd name="T48" fmla="*/ 472 w 695"/>
                <a:gd name="T49" fmla="*/ 1501 h 1501"/>
                <a:gd name="T50" fmla="*/ 223 w 695"/>
                <a:gd name="T51" fmla="*/ 1501 h 1501"/>
                <a:gd name="T52" fmla="*/ 0 w 695"/>
                <a:gd name="T53" fmla="*/ 1233 h 1501"/>
                <a:gd name="T54" fmla="*/ 0 w 695"/>
                <a:gd name="T55" fmla="*/ 975 h 1501"/>
                <a:gd name="T56" fmla="*/ 300 w 695"/>
                <a:gd name="T57" fmla="*/ 975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695" h="1501">
                  <a:moveTo>
                    <a:pt x="300" y="975"/>
                  </a:moveTo>
                  <a:lnTo>
                    <a:pt x="300" y="1258"/>
                  </a:lnTo>
                  <a:cubicBezTo>
                    <a:pt x="300" y="1297"/>
                    <a:pt x="330" y="1307"/>
                    <a:pt x="347" y="1307"/>
                  </a:cubicBezTo>
                  <a:cubicBezTo>
                    <a:pt x="375" y="1307"/>
                    <a:pt x="395" y="1284"/>
                    <a:pt x="395" y="1258"/>
                  </a:cubicBezTo>
                  <a:lnTo>
                    <a:pt x="395" y="909"/>
                  </a:lnTo>
                  <a:cubicBezTo>
                    <a:pt x="395" y="862"/>
                    <a:pt x="386" y="810"/>
                    <a:pt x="275" y="810"/>
                  </a:cubicBezTo>
                  <a:lnTo>
                    <a:pt x="152" y="810"/>
                  </a:lnTo>
                  <a:lnTo>
                    <a:pt x="152" y="645"/>
                  </a:lnTo>
                  <a:lnTo>
                    <a:pt x="279" y="645"/>
                  </a:lnTo>
                  <a:cubicBezTo>
                    <a:pt x="365" y="645"/>
                    <a:pt x="395" y="626"/>
                    <a:pt x="395" y="534"/>
                  </a:cubicBezTo>
                  <a:lnTo>
                    <a:pt x="395" y="236"/>
                  </a:lnTo>
                  <a:cubicBezTo>
                    <a:pt x="395" y="210"/>
                    <a:pt x="375" y="186"/>
                    <a:pt x="347" y="186"/>
                  </a:cubicBezTo>
                  <a:cubicBezTo>
                    <a:pt x="330" y="186"/>
                    <a:pt x="300" y="197"/>
                    <a:pt x="300" y="236"/>
                  </a:cubicBezTo>
                  <a:lnTo>
                    <a:pt x="300" y="480"/>
                  </a:lnTo>
                  <a:lnTo>
                    <a:pt x="0" y="480"/>
                  </a:lnTo>
                  <a:lnTo>
                    <a:pt x="0" y="268"/>
                  </a:lnTo>
                  <a:cubicBezTo>
                    <a:pt x="0" y="163"/>
                    <a:pt x="13" y="0"/>
                    <a:pt x="223" y="0"/>
                  </a:cubicBezTo>
                  <a:lnTo>
                    <a:pt x="472" y="0"/>
                  </a:lnTo>
                  <a:cubicBezTo>
                    <a:pt x="682" y="0"/>
                    <a:pt x="695" y="163"/>
                    <a:pt x="695" y="268"/>
                  </a:cubicBezTo>
                  <a:lnTo>
                    <a:pt x="695" y="508"/>
                  </a:lnTo>
                  <a:cubicBezTo>
                    <a:pt x="695" y="671"/>
                    <a:pt x="581" y="716"/>
                    <a:pt x="491" y="712"/>
                  </a:cubicBezTo>
                  <a:lnTo>
                    <a:pt x="491" y="727"/>
                  </a:lnTo>
                  <a:cubicBezTo>
                    <a:pt x="693" y="723"/>
                    <a:pt x="695" y="877"/>
                    <a:pt x="695" y="930"/>
                  </a:cubicBezTo>
                  <a:lnTo>
                    <a:pt x="695" y="1233"/>
                  </a:lnTo>
                  <a:cubicBezTo>
                    <a:pt x="695" y="1338"/>
                    <a:pt x="682" y="1501"/>
                    <a:pt x="472" y="1501"/>
                  </a:cubicBezTo>
                  <a:lnTo>
                    <a:pt x="223" y="1501"/>
                  </a:lnTo>
                  <a:cubicBezTo>
                    <a:pt x="13" y="1501"/>
                    <a:pt x="0" y="1338"/>
                    <a:pt x="0" y="1233"/>
                  </a:cubicBezTo>
                  <a:lnTo>
                    <a:pt x="0" y="975"/>
                  </a:lnTo>
                  <a:lnTo>
                    <a:pt x="300" y="9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Freeform 10"/>
            <p:cNvSpPr>
              <a:spLocks/>
            </p:cNvSpPr>
            <p:nvPr/>
          </p:nvSpPr>
          <p:spPr bwMode="auto">
            <a:xfrm>
              <a:off x="1254125" y="358775"/>
              <a:ext cx="84137" cy="182562"/>
            </a:xfrm>
            <a:custGeom>
              <a:avLst/>
              <a:gdLst>
                <a:gd name="T0" fmla="*/ 0 w 694"/>
                <a:gd name="T1" fmla="*/ 0 h 1501"/>
                <a:gd name="T2" fmla="*/ 694 w 694"/>
                <a:gd name="T3" fmla="*/ 0 h 1501"/>
                <a:gd name="T4" fmla="*/ 694 w 694"/>
                <a:gd name="T5" fmla="*/ 1501 h 1501"/>
                <a:gd name="T6" fmla="*/ 394 w 694"/>
                <a:gd name="T7" fmla="*/ 1501 h 1501"/>
                <a:gd name="T8" fmla="*/ 394 w 694"/>
                <a:gd name="T9" fmla="*/ 186 h 1501"/>
                <a:gd name="T10" fmla="*/ 300 w 694"/>
                <a:gd name="T11" fmla="*/ 186 h 1501"/>
                <a:gd name="T12" fmla="*/ 300 w 694"/>
                <a:gd name="T13" fmla="*/ 1501 h 1501"/>
                <a:gd name="T14" fmla="*/ 0 w 694"/>
                <a:gd name="T15" fmla="*/ 1501 h 1501"/>
                <a:gd name="T16" fmla="*/ 0 w 694"/>
                <a:gd name="T17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94" h="1501">
                  <a:moveTo>
                    <a:pt x="0" y="0"/>
                  </a:moveTo>
                  <a:lnTo>
                    <a:pt x="694" y="0"/>
                  </a:lnTo>
                  <a:lnTo>
                    <a:pt x="694" y="1501"/>
                  </a:lnTo>
                  <a:lnTo>
                    <a:pt x="394" y="1501"/>
                  </a:lnTo>
                  <a:lnTo>
                    <a:pt x="394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Freeform 11"/>
            <p:cNvSpPr>
              <a:spLocks noEditPoints="1"/>
            </p:cNvSpPr>
            <p:nvPr/>
          </p:nvSpPr>
          <p:spPr bwMode="auto">
            <a:xfrm>
              <a:off x="1360488" y="358775"/>
              <a:ext cx="84137" cy="182562"/>
            </a:xfrm>
            <a:custGeom>
              <a:avLst/>
              <a:gdLst>
                <a:gd name="T0" fmla="*/ 0 w 694"/>
                <a:gd name="T1" fmla="*/ 1501 h 1501"/>
                <a:gd name="T2" fmla="*/ 300 w 694"/>
                <a:gd name="T3" fmla="*/ 1501 h 1501"/>
                <a:gd name="T4" fmla="*/ 300 w 694"/>
                <a:gd name="T5" fmla="*/ 990 h 1501"/>
                <a:gd name="T6" fmla="*/ 471 w 694"/>
                <a:gd name="T7" fmla="*/ 990 h 1501"/>
                <a:gd name="T8" fmla="*/ 694 w 694"/>
                <a:gd name="T9" fmla="*/ 723 h 1501"/>
                <a:gd name="T10" fmla="*/ 694 w 694"/>
                <a:gd name="T11" fmla="*/ 268 h 1501"/>
                <a:gd name="T12" fmla="*/ 471 w 694"/>
                <a:gd name="T13" fmla="*/ 0 h 1501"/>
                <a:gd name="T14" fmla="*/ 0 w 694"/>
                <a:gd name="T15" fmla="*/ 0 h 1501"/>
                <a:gd name="T16" fmla="*/ 0 w 694"/>
                <a:gd name="T17" fmla="*/ 1501 h 1501"/>
                <a:gd name="T18" fmla="*/ 300 w 694"/>
                <a:gd name="T19" fmla="*/ 826 h 1501"/>
                <a:gd name="T20" fmla="*/ 300 w 694"/>
                <a:gd name="T21" fmla="*/ 186 h 1501"/>
                <a:gd name="T22" fmla="*/ 338 w 694"/>
                <a:gd name="T23" fmla="*/ 186 h 1501"/>
                <a:gd name="T24" fmla="*/ 394 w 694"/>
                <a:gd name="T25" fmla="*/ 261 h 1501"/>
                <a:gd name="T26" fmla="*/ 394 w 694"/>
                <a:gd name="T27" fmla="*/ 750 h 1501"/>
                <a:gd name="T28" fmla="*/ 338 w 694"/>
                <a:gd name="T29" fmla="*/ 826 h 1501"/>
                <a:gd name="T30" fmla="*/ 300 w 694"/>
                <a:gd name="T31" fmla="*/ 826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4" h="1501">
                  <a:moveTo>
                    <a:pt x="0" y="1501"/>
                  </a:moveTo>
                  <a:lnTo>
                    <a:pt x="300" y="1501"/>
                  </a:lnTo>
                  <a:lnTo>
                    <a:pt x="300" y="990"/>
                  </a:lnTo>
                  <a:lnTo>
                    <a:pt x="471" y="990"/>
                  </a:lnTo>
                  <a:cubicBezTo>
                    <a:pt x="681" y="990"/>
                    <a:pt x="694" y="828"/>
                    <a:pt x="694" y="723"/>
                  </a:cubicBezTo>
                  <a:lnTo>
                    <a:pt x="694" y="268"/>
                  </a:lnTo>
                  <a:cubicBezTo>
                    <a:pt x="694" y="163"/>
                    <a:pt x="681" y="0"/>
                    <a:pt x="471" y="0"/>
                  </a:cubicBezTo>
                  <a:lnTo>
                    <a:pt x="0" y="0"/>
                  </a:lnTo>
                  <a:lnTo>
                    <a:pt x="0" y="1501"/>
                  </a:lnTo>
                  <a:close/>
                  <a:moveTo>
                    <a:pt x="300" y="826"/>
                  </a:moveTo>
                  <a:lnTo>
                    <a:pt x="300" y="186"/>
                  </a:lnTo>
                  <a:lnTo>
                    <a:pt x="338" y="186"/>
                  </a:lnTo>
                  <a:cubicBezTo>
                    <a:pt x="371" y="186"/>
                    <a:pt x="394" y="214"/>
                    <a:pt x="394" y="261"/>
                  </a:cubicBezTo>
                  <a:lnTo>
                    <a:pt x="394" y="750"/>
                  </a:lnTo>
                  <a:cubicBezTo>
                    <a:pt x="394" y="798"/>
                    <a:pt x="371" y="826"/>
                    <a:pt x="338" y="826"/>
                  </a:cubicBezTo>
                  <a:lnTo>
                    <a:pt x="300" y="8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Freeform 12"/>
            <p:cNvSpPr>
              <a:spLocks noEditPoints="1"/>
            </p:cNvSpPr>
            <p:nvPr/>
          </p:nvSpPr>
          <p:spPr bwMode="auto">
            <a:xfrm>
              <a:off x="1462088" y="358775"/>
              <a:ext cx="84137" cy="182562"/>
            </a:xfrm>
            <a:custGeom>
              <a:avLst/>
              <a:gdLst>
                <a:gd name="T0" fmla="*/ 0 w 695"/>
                <a:gd name="T1" fmla="*/ 1233 h 1501"/>
                <a:gd name="T2" fmla="*/ 223 w 695"/>
                <a:gd name="T3" fmla="*/ 1501 h 1501"/>
                <a:gd name="T4" fmla="*/ 472 w 695"/>
                <a:gd name="T5" fmla="*/ 1501 h 1501"/>
                <a:gd name="T6" fmla="*/ 695 w 695"/>
                <a:gd name="T7" fmla="*/ 1233 h 1501"/>
                <a:gd name="T8" fmla="*/ 695 w 695"/>
                <a:gd name="T9" fmla="*/ 268 h 1501"/>
                <a:gd name="T10" fmla="*/ 472 w 695"/>
                <a:gd name="T11" fmla="*/ 0 h 1501"/>
                <a:gd name="T12" fmla="*/ 223 w 695"/>
                <a:gd name="T13" fmla="*/ 0 h 1501"/>
                <a:gd name="T14" fmla="*/ 0 w 695"/>
                <a:gd name="T15" fmla="*/ 268 h 1501"/>
                <a:gd name="T16" fmla="*/ 0 w 695"/>
                <a:gd name="T17" fmla="*/ 1233 h 1501"/>
                <a:gd name="T18" fmla="*/ 394 w 695"/>
                <a:gd name="T19" fmla="*/ 1258 h 1501"/>
                <a:gd name="T20" fmla="*/ 347 w 695"/>
                <a:gd name="T21" fmla="*/ 1307 h 1501"/>
                <a:gd name="T22" fmla="*/ 300 w 695"/>
                <a:gd name="T23" fmla="*/ 1258 h 1501"/>
                <a:gd name="T24" fmla="*/ 300 w 695"/>
                <a:gd name="T25" fmla="*/ 236 h 1501"/>
                <a:gd name="T26" fmla="*/ 347 w 695"/>
                <a:gd name="T27" fmla="*/ 186 h 1501"/>
                <a:gd name="T28" fmla="*/ 394 w 695"/>
                <a:gd name="T29" fmla="*/ 236 h 1501"/>
                <a:gd name="T30" fmla="*/ 394 w 695"/>
                <a:gd name="T31" fmla="*/ 1258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5" h="1501">
                  <a:moveTo>
                    <a:pt x="0" y="1233"/>
                  </a:moveTo>
                  <a:cubicBezTo>
                    <a:pt x="0" y="1338"/>
                    <a:pt x="13" y="1501"/>
                    <a:pt x="223" y="1501"/>
                  </a:cubicBezTo>
                  <a:lnTo>
                    <a:pt x="472" y="1501"/>
                  </a:lnTo>
                  <a:cubicBezTo>
                    <a:pt x="682" y="1501"/>
                    <a:pt x="695" y="1338"/>
                    <a:pt x="695" y="1233"/>
                  </a:cubicBezTo>
                  <a:lnTo>
                    <a:pt x="695" y="268"/>
                  </a:lnTo>
                  <a:cubicBezTo>
                    <a:pt x="695" y="163"/>
                    <a:pt x="682" y="0"/>
                    <a:pt x="472" y="0"/>
                  </a:cubicBezTo>
                  <a:lnTo>
                    <a:pt x="223" y="0"/>
                  </a:lnTo>
                  <a:cubicBezTo>
                    <a:pt x="13" y="0"/>
                    <a:pt x="0" y="163"/>
                    <a:pt x="0" y="268"/>
                  </a:cubicBezTo>
                  <a:lnTo>
                    <a:pt x="0" y="1233"/>
                  </a:lnTo>
                  <a:close/>
                  <a:moveTo>
                    <a:pt x="394" y="1258"/>
                  </a:moveTo>
                  <a:cubicBezTo>
                    <a:pt x="394" y="1284"/>
                    <a:pt x="375" y="1307"/>
                    <a:pt x="347" y="1307"/>
                  </a:cubicBezTo>
                  <a:cubicBezTo>
                    <a:pt x="330" y="1307"/>
                    <a:pt x="300" y="1297"/>
                    <a:pt x="300" y="1258"/>
                  </a:cubicBezTo>
                  <a:lnTo>
                    <a:pt x="300" y="236"/>
                  </a:lnTo>
                  <a:cubicBezTo>
                    <a:pt x="300" y="197"/>
                    <a:pt x="330" y="186"/>
                    <a:pt x="347" y="186"/>
                  </a:cubicBezTo>
                  <a:cubicBezTo>
                    <a:pt x="375" y="186"/>
                    <a:pt x="394" y="210"/>
                    <a:pt x="394" y="236"/>
                  </a:cubicBezTo>
                  <a:lnTo>
                    <a:pt x="394" y="125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Freeform 13"/>
            <p:cNvSpPr>
              <a:spLocks/>
            </p:cNvSpPr>
            <p:nvPr/>
          </p:nvSpPr>
          <p:spPr bwMode="auto">
            <a:xfrm>
              <a:off x="1565275" y="358775"/>
              <a:ext cx="142875" cy="182562"/>
            </a:xfrm>
            <a:custGeom>
              <a:avLst/>
              <a:gdLst>
                <a:gd name="T0" fmla="*/ 780 w 1171"/>
                <a:gd name="T1" fmla="*/ 0 h 1501"/>
                <a:gd name="T2" fmla="*/ 1171 w 1171"/>
                <a:gd name="T3" fmla="*/ 0 h 1501"/>
                <a:gd name="T4" fmla="*/ 1171 w 1171"/>
                <a:gd name="T5" fmla="*/ 1501 h 1501"/>
                <a:gd name="T6" fmla="*/ 870 w 1171"/>
                <a:gd name="T7" fmla="*/ 1501 h 1501"/>
                <a:gd name="T8" fmla="*/ 870 w 1171"/>
                <a:gd name="T9" fmla="*/ 560 h 1501"/>
                <a:gd name="T10" fmla="*/ 860 w 1171"/>
                <a:gd name="T11" fmla="*/ 560 h 1501"/>
                <a:gd name="T12" fmla="*/ 705 w 1171"/>
                <a:gd name="T13" fmla="*/ 1501 h 1501"/>
                <a:gd name="T14" fmla="*/ 465 w 1171"/>
                <a:gd name="T15" fmla="*/ 1501 h 1501"/>
                <a:gd name="T16" fmla="*/ 311 w 1171"/>
                <a:gd name="T17" fmla="*/ 560 h 1501"/>
                <a:gd name="T18" fmla="*/ 300 w 1171"/>
                <a:gd name="T19" fmla="*/ 560 h 1501"/>
                <a:gd name="T20" fmla="*/ 300 w 1171"/>
                <a:gd name="T21" fmla="*/ 1501 h 1501"/>
                <a:gd name="T22" fmla="*/ 0 w 1171"/>
                <a:gd name="T23" fmla="*/ 1501 h 1501"/>
                <a:gd name="T24" fmla="*/ 0 w 1171"/>
                <a:gd name="T25" fmla="*/ 0 h 1501"/>
                <a:gd name="T26" fmla="*/ 390 w 1171"/>
                <a:gd name="T27" fmla="*/ 0 h 1501"/>
                <a:gd name="T28" fmla="*/ 585 w 1171"/>
                <a:gd name="T29" fmla="*/ 1055 h 1501"/>
                <a:gd name="T30" fmla="*/ 780 w 1171"/>
                <a:gd name="T31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171" h="1501">
                  <a:moveTo>
                    <a:pt x="780" y="0"/>
                  </a:moveTo>
                  <a:lnTo>
                    <a:pt x="1171" y="0"/>
                  </a:lnTo>
                  <a:lnTo>
                    <a:pt x="1171" y="1501"/>
                  </a:lnTo>
                  <a:lnTo>
                    <a:pt x="870" y="1501"/>
                  </a:lnTo>
                  <a:lnTo>
                    <a:pt x="870" y="560"/>
                  </a:lnTo>
                  <a:lnTo>
                    <a:pt x="860" y="560"/>
                  </a:lnTo>
                  <a:lnTo>
                    <a:pt x="705" y="1501"/>
                  </a:lnTo>
                  <a:lnTo>
                    <a:pt x="465" y="1501"/>
                  </a:lnTo>
                  <a:lnTo>
                    <a:pt x="311" y="560"/>
                  </a:lnTo>
                  <a:lnTo>
                    <a:pt x="300" y="560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lnTo>
                    <a:pt x="390" y="0"/>
                  </a:lnTo>
                  <a:lnTo>
                    <a:pt x="585" y="1055"/>
                  </a:lnTo>
                  <a:lnTo>
                    <a:pt x="78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Freeform 14"/>
            <p:cNvSpPr>
              <a:spLocks noEditPoints="1"/>
            </p:cNvSpPr>
            <p:nvPr/>
          </p:nvSpPr>
          <p:spPr bwMode="auto">
            <a:xfrm>
              <a:off x="974725" y="598488"/>
              <a:ext cx="733425" cy="125412"/>
            </a:xfrm>
            <a:custGeom>
              <a:avLst/>
              <a:gdLst>
                <a:gd name="T0" fmla="*/ 6025 w 6025"/>
                <a:gd name="T1" fmla="*/ 1034 h 1034"/>
                <a:gd name="T2" fmla="*/ 0 w 6025"/>
                <a:gd name="T3" fmla="*/ 0 h 1034"/>
                <a:gd name="T4" fmla="*/ 351 w 6025"/>
                <a:gd name="T5" fmla="*/ 717 h 1034"/>
                <a:gd name="T6" fmla="*/ 457 w 6025"/>
                <a:gd name="T7" fmla="*/ 639 h 1034"/>
                <a:gd name="T8" fmla="*/ 351 w 6025"/>
                <a:gd name="T9" fmla="*/ 559 h 1034"/>
                <a:gd name="T10" fmla="*/ 5446 w 6025"/>
                <a:gd name="T11" fmla="*/ 397 h 1034"/>
                <a:gd name="T12" fmla="*/ 5818 w 6025"/>
                <a:gd name="T13" fmla="*/ 358 h 1034"/>
                <a:gd name="T14" fmla="*/ 5732 w 6025"/>
                <a:gd name="T15" fmla="*/ 502 h 1034"/>
                <a:gd name="T16" fmla="*/ 5642 w 6025"/>
                <a:gd name="T17" fmla="*/ 843 h 1034"/>
                <a:gd name="T18" fmla="*/ 5583 w 6025"/>
                <a:gd name="T19" fmla="*/ 643 h 1034"/>
                <a:gd name="T20" fmla="*/ 5690 w 6025"/>
                <a:gd name="T21" fmla="*/ 643 h 1034"/>
                <a:gd name="T22" fmla="*/ 5603 w 6025"/>
                <a:gd name="T23" fmla="*/ 561 h 1034"/>
                <a:gd name="T24" fmla="*/ 5639 w 6025"/>
                <a:gd name="T25" fmla="*/ 450 h 1034"/>
                <a:gd name="T26" fmla="*/ 5633 w 6025"/>
                <a:gd name="T27" fmla="*/ 305 h 1034"/>
                <a:gd name="T28" fmla="*/ 5446 w 6025"/>
                <a:gd name="T29" fmla="*/ 397 h 1034"/>
                <a:gd name="T30" fmla="*/ 4829 w 6025"/>
                <a:gd name="T31" fmla="*/ 319 h 1034"/>
                <a:gd name="T32" fmla="*/ 4789 w 6025"/>
                <a:gd name="T33" fmla="*/ 592 h 1034"/>
                <a:gd name="T34" fmla="*/ 4921 w 6025"/>
                <a:gd name="T35" fmla="*/ 208 h 1034"/>
                <a:gd name="T36" fmla="*/ 4911 w 6025"/>
                <a:gd name="T37" fmla="*/ 829 h 1034"/>
                <a:gd name="T38" fmla="*/ 4775 w 6025"/>
                <a:gd name="T39" fmla="*/ 704 h 1034"/>
                <a:gd name="T40" fmla="*/ 4607 w 6025"/>
                <a:gd name="T41" fmla="*/ 829 h 1034"/>
                <a:gd name="T42" fmla="*/ 4921 w 6025"/>
                <a:gd name="T43" fmla="*/ 208 h 1034"/>
                <a:gd name="T44" fmla="*/ 4194 w 6025"/>
                <a:gd name="T45" fmla="*/ 325 h 1034"/>
                <a:gd name="T46" fmla="*/ 3996 w 6025"/>
                <a:gd name="T47" fmla="*/ 829 h 1034"/>
                <a:gd name="T48" fmla="*/ 3847 w 6025"/>
                <a:gd name="T49" fmla="*/ 208 h 1034"/>
                <a:gd name="T50" fmla="*/ 3081 w 6025"/>
                <a:gd name="T51" fmla="*/ 208 h 1034"/>
                <a:gd name="T52" fmla="*/ 3059 w 6025"/>
                <a:gd name="T53" fmla="*/ 598 h 1034"/>
                <a:gd name="T54" fmla="*/ 3186 w 6025"/>
                <a:gd name="T55" fmla="*/ 208 h 1034"/>
                <a:gd name="T56" fmla="*/ 3329 w 6025"/>
                <a:gd name="T57" fmla="*/ 829 h 1034"/>
                <a:gd name="T58" fmla="*/ 3186 w 6025"/>
                <a:gd name="T59" fmla="*/ 684 h 1034"/>
                <a:gd name="T60" fmla="*/ 3213 w 6025"/>
                <a:gd name="T61" fmla="*/ 451 h 1034"/>
                <a:gd name="T62" fmla="*/ 2938 w 6025"/>
                <a:gd name="T63" fmla="*/ 829 h 1034"/>
                <a:gd name="T64" fmla="*/ 3081 w 6025"/>
                <a:gd name="T65" fmla="*/ 208 h 1034"/>
                <a:gd name="T66" fmla="*/ 2173 w 6025"/>
                <a:gd name="T67" fmla="*/ 362 h 1034"/>
                <a:gd name="T68" fmla="*/ 2151 w 6025"/>
                <a:gd name="T69" fmla="*/ 598 h 1034"/>
                <a:gd name="T70" fmla="*/ 2420 w 6025"/>
                <a:gd name="T71" fmla="*/ 208 h 1034"/>
                <a:gd name="T72" fmla="*/ 2278 w 6025"/>
                <a:gd name="T73" fmla="*/ 829 h 1034"/>
                <a:gd name="T74" fmla="*/ 2305 w 6025"/>
                <a:gd name="T75" fmla="*/ 451 h 1034"/>
                <a:gd name="T76" fmla="*/ 2176 w 6025"/>
                <a:gd name="T77" fmla="*/ 829 h 1034"/>
                <a:gd name="T78" fmla="*/ 2030 w 6025"/>
                <a:gd name="T79" fmla="*/ 208 h 1034"/>
                <a:gd name="T80" fmla="*/ 1265 w 6025"/>
                <a:gd name="T81" fmla="*/ 447 h 1034"/>
                <a:gd name="T82" fmla="*/ 1363 w 6025"/>
                <a:gd name="T83" fmla="*/ 208 h 1034"/>
                <a:gd name="T84" fmla="*/ 1512 w 6025"/>
                <a:gd name="T85" fmla="*/ 829 h 1034"/>
                <a:gd name="T86" fmla="*/ 1363 w 6025"/>
                <a:gd name="T87" fmla="*/ 565 h 1034"/>
                <a:gd name="T88" fmla="*/ 1265 w 6025"/>
                <a:gd name="T89" fmla="*/ 829 h 1034"/>
                <a:gd name="T90" fmla="*/ 1115 w 6025"/>
                <a:gd name="T91" fmla="*/ 208 h 1034"/>
                <a:gd name="T92" fmla="*/ 1265 w 6025"/>
                <a:gd name="T93" fmla="*/ 447 h 1034"/>
                <a:gd name="T94" fmla="*/ 395 w 6025"/>
                <a:gd name="T95" fmla="*/ 447 h 1034"/>
                <a:gd name="T96" fmla="*/ 395 w 6025"/>
                <a:gd name="T97" fmla="*/ 319 h 1034"/>
                <a:gd name="T98" fmla="*/ 351 w 6025"/>
                <a:gd name="T99" fmla="*/ 447 h 1034"/>
                <a:gd name="T100" fmla="*/ 445 w 6025"/>
                <a:gd name="T101" fmla="*/ 208 h 1034"/>
                <a:gd name="T102" fmla="*/ 513 w 6025"/>
                <a:gd name="T103" fmla="*/ 495 h 1034"/>
                <a:gd name="T104" fmla="*/ 415 w 6025"/>
                <a:gd name="T105" fmla="*/ 829 h 1034"/>
                <a:gd name="T106" fmla="*/ 206 w 6025"/>
                <a:gd name="T107" fmla="*/ 208 h 10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6025" h="1034">
                  <a:moveTo>
                    <a:pt x="0" y="1034"/>
                  </a:moveTo>
                  <a:lnTo>
                    <a:pt x="6025" y="1034"/>
                  </a:lnTo>
                  <a:lnTo>
                    <a:pt x="6025" y="0"/>
                  </a:lnTo>
                  <a:lnTo>
                    <a:pt x="0" y="0"/>
                  </a:lnTo>
                  <a:lnTo>
                    <a:pt x="0" y="1034"/>
                  </a:lnTo>
                  <a:close/>
                  <a:moveTo>
                    <a:pt x="351" y="717"/>
                  </a:moveTo>
                  <a:lnTo>
                    <a:pt x="384" y="717"/>
                  </a:lnTo>
                  <a:cubicBezTo>
                    <a:pt x="441" y="717"/>
                    <a:pt x="457" y="695"/>
                    <a:pt x="457" y="639"/>
                  </a:cubicBezTo>
                  <a:cubicBezTo>
                    <a:pt x="457" y="587"/>
                    <a:pt x="441" y="559"/>
                    <a:pt x="388" y="559"/>
                  </a:cubicBezTo>
                  <a:lnTo>
                    <a:pt x="351" y="559"/>
                  </a:lnTo>
                  <a:lnTo>
                    <a:pt x="351" y="717"/>
                  </a:lnTo>
                  <a:close/>
                  <a:moveTo>
                    <a:pt x="5446" y="397"/>
                  </a:moveTo>
                  <a:cubicBezTo>
                    <a:pt x="5446" y="268"/>
                    <a:pt x="5526" y="194"/>
                    <a:pt x="5633" y="194"/>
                  </a:cubicBezTo>
                  <a:cubicBezTo>
                    <a:pt x="5752" y="194"/>
                    <a:pt x="5818" y="271"/>
                    <a:pt x="5818" y="358"/>
                  </a:cubicBezTo>
                  <a:cubicBezTo>
                    <a:pt x="5818" y="435"/>
                    <a:pt x="5793" y="474"/>
                    <a:pt x="5730" y="502"/>
                  </a:cubicBezTo>
                  <a:lnTo>
                    <a:pt x="5732" y="502"/>
                  </a:lnTo>
                  <a:cubicBezTo>
                    <a:pt x="5795" y="525"/>
                    <a:pt x="5840" y="551"/>
                    <a:pt x="5840" y="663"/>
                  </a:cubicBezTo>
                  <a:cubicBezTo>
                    <a:pt x="5840" y="785"/>
                    <a:pt x="5761" y="843"/>
                    <a:pt x="5642" y="843"/>
                  </a:cubicBezTo>
                  <a:cubicBezTo>
                    <a:pt x="5550" y="843"/>
                    <a:pt x="5446" y="803"/>
                    <a:pt x="5446" y="643"/>
                  </a:cubicBezTo>
                  <a:lnTo>
                    <a:pt x="5583" y="643"/>
                  </a:lnTo>
                  <a:cubicBezTo>
                    <a:pt x="5583" y="712"/>
                    <a:pt x="5603" y="732"/>
                    <a:pt x="5636" y="732"/>
                  </a:cubicBezTo>
                  <a:cubicBezTo>
                    <a:pt x="5675" y="732"/>
                    <a:pt x="5690" y="712"/>
                    <a:pt x="5690" y="643"/>
                  </a:cubicBezTo>
                  <a:cubicBezTo>
                    <a:pt x="5690" y="585"/>
                    <a:pt x="5672" y="561"/>
                    <a:pt x="5625" y="561"/>
                  </a:cubicBezTo>
                  <a:lnTo>
                    <a:pt x="5603" y="561"/>
                  </a:lnTo>
                  <a:lnTo>
                    <a:pt x="5603" y="450"/>
                  </a:lnTo>
                  <a:lnTo>
                    <a:pt x="5639" y="450"/>
                  </a:lnTo>
                  <a:cubicBezTo>
                    <a:pt x="5660" y="450"/>
                    <a:pt x="5684" y="426"/>
                    <a:pt x="5684" y="381"/>
                  </a:cubicBezTo>
                  <a:cubicBezTo>
                    <a:pt x="5684" y="335"/>
                    <a:pt x="5669" y="305"/>
                    <a:pt x="5633" y="305"/>
                  </a:cubicBezTo>
                  <a:cubicBezTo>
                    <a:pt x="5595" y="305"/>
                    <a:pt x="5583" y="333"/>
                    <a:pt x="5583" y="397"/>
                  </a:cubicBezTo>
                  <a:lnTo>
                    <a:pt x="5446" y="397"/>
                  </a:lnTo>
                  <a:close/>
                  <a:moveTo>
                    <a:pt x="4869" y="592"/>
                  </a:moveTo>
                  <a:lnTo>
                    <a:pt x="4829" y="319"/>
                  </a:lnTo>
                  <a:lnTo>
                    <a:pt x="4828" y="319"/>
                  </a:lnTo>
                  <a:lnTo>
                    <a:pt x="4789" y="592"/>
                  </a:lnTo>
                  <a:lnTo>
                    <a:pt x="4869" y="592"/>
                  </a:lnTo>
                  <a:close/>
                  <a:moveTo>
                    <a:pt x="4921" y="208"/>
                  </a:moveTo>
                  <a:lnTo>
                    <a:pt x="5058" y="829"/>
                  </a:lnTo>
                  <a:lnTo>
                    <a:pt x="4911" y="829"/>
                  </a:lnTo>
                  <a:lnTo>
                    <a:pt x="4889" y="704"/>
                  </a:lnTo>
                  <a:lnTo>
                    <a:pt x="4775" y="704"/>
                  </a:lnTo>
                  <a:lnTo>
                    <a:pt x="4756" y="829"/>
                  </a:lnTo>
                  <a:lnTo>
                    <a:pt x="4607" y="829"/>
                  </a:lnTo>
                  <a:lnTo>
                    <a:pt x="4742" y="208"/>
                  </a:lnTo>
                  <a:lnTo>
                    <a:pt x="4921" y="208"/>
                  </a:lnTo>
                  <a:close/>
                  <a:moveTo>
                    <a:pt x="4194" y="208"/>
                  </a:moveTo>
                  <a:lnTo>
                    <a:pt x="4194" y="325"/>
                  </a:lnTo>
                  <a:lnTo>
                    <a:pt x="3996" y="325"/>
                  </a:lnTo>
                  <a:lnTo>
                    <a:pt x="3996" y="829"/>
                  </a:lnTo>
                  <a:lnTo>
                    <a:pt x="3847" y="829"/>
                  </a:lnTo>
                  <a:lnTo>
                    <a:pt x="3847" y="208"/>
                  </a:lnTo>
                  <a:lnTo>
                    <a:pt x="4194" y="208"/>
                  </a:lnTo>
                  <a:close/>
                  <a:moveTo>
                    <a:pt x="3081" y="208"/>
                  </a:moveTo>
                  <a:lnTo>
                    <a:pt x="3081" y="362"/>
                  </a:lnTo>
                  <a:cubicBezTo>
                    <a:pt x="3081" y="430"/>
                    <a:pt x="3062" y="529"/>
                    <a:pt x="3059" y="598"/>
                  </a:cubicBezTo>
                  <a:lnTo>
                    <a:pt x="3060" y="598"/>
                  </a:lnTo>
                  <a:lnTo>
                    <a:pt x="3186" y="208"/>
                  </a:lnTo>
                  <a:lnTo>
                    <a:pt x="3329" y="208"/>
                  </a:lnTo>
                  <a:lnTo>
                    <a:pt x="3329" y="829"/>
                  </a:lnTo>
                  <a:lnTo>
                    <a:pt x="3186" y="829"/>
                  </a:lnTo>
                  <a:lnTo>
                    <a:pt x="3186" y="684"/>
                  </a:lnTo>
                  <a:cubicBezTo>
                    <a:pt x="3186" y="618"/>
                    <a:pt x="3207" y="516"/>
                    <a:pt x="3213" y="451"/>
                  </a:cubicBezTo>
                  <a:lnTo>
                    <a:pt x="3213" y="451"/>
                  </a:lnTo>
                  <a:lnTo>
                    <a:pt x="3084" y="829"/>
                  </a:lnTo>
                  <a:lnTo>
                    <a:pt x="2938" y="829"/>
                  </a:lnTo>
                  <a:lnTo>
                    <a:pt x="2938" y="208"/>
                  </a:lnTo>
                  <a:lnTo>
                    <a:pt x="3081" y="208"/>
                  </a:lnTo>
                  <a:close/>
                  <a:moveTo>
                    <a:pt x="2173" y="208"/>
                  </a:moveTo>
                  <a:lnTo>
                    <a:pt x="2173" y="362"/>
                  </a:lnTo>
                  <a:cubicBezTo>
                    <a:pt x="2173" y="430"/>
                    <a:pt x="2154" y="529"/>
                    <a:pt x="2151" y="598"/>
                  </a:cubicBezTo>
                  <a:lnTo>
                    <a:pt x="2151" y="598"/>
                  </a:lnTo>
                  <a:lnTo>
                    <a:pt x="2278" y="208"/>
                  </a:lnTo>
                  <a:lnTo>
                    <a:pt x="2420" y="208"/>
                  </a:lnTo>
                  <a:lnTo>
                    <a:pt x="2420" y="829"/>
                  </a:lnTo>
                  <a:lnTo>
                    <a:pt x="2278" y="829"/>
                  </a:lnTo>
                  <a:lnTo>
                    <a:pt x="2278" y="684"/>
                  </a:lnTo>
                  <a:cubicBezTo>
                    <a:pt x="2278" y="618"/>
                    <a:pt x="2298" y="516"/>
                    <a:pt x="2305" y="451"/>
                  </a:cubicBezTo>
                  <a:lnTo>
                    <a:pt x="2305" y="451"/>
                  </a:lnTo>
                  <a:lnTo>
                    <a:pt x="2176" y="829"/>
                  </a:lnTo>
                  <a:lnTo>
                    <a:pt x="2030" y="829"/>
                  </a:lnTo>
                  <a:lnTo>
                    <a:pt x="2030" y="208"/>
                  </a:lnTo>
                  <a:lnTo>
                    <a:pt x="2173" y="208"/>
                  </a:lnTo>
                  <a:close/>
                  <a:moveTo>
                    <a:pt x="1265" y="447"/>
                  </a:moveTo>
                  <a:lnTo>
                    <a:pt x="1363" y="447"/>
                  </a:lnTo>
                  <a:lnTo>
                    <a:pt x="1363" y="208"/>
                  </a:lnTo>
                  <a:lnTo>
                    <a:pt x="1512" y="208"/>
                  </a:lnTo>
                  <a:lnTo>
                    <a:pt x="1512" y="829"/>
                  </a:lnTo>
                  <a:lnTo>
                    <a:pt x="1363" y="829"/>
                  </a:lnTo>
                  <a:lnTo>
                    <a:pt x="1363" y="565"/>
                  </a:lnTo>
                  <a:lnTo>
                    <a:pt x="1265" y="565"/>
                  </a:lnTo>
                  <a:lnTo>
                    <a:pt x="1265" y="829"/>
                  </a:lnTo>
                  <a:lnTo>
                    <a:pt x="1115" y="829"/>
                  </a:lnTo>
                  <a:lnTo>
                    <a:pt x="1115" y="208"/>
                  </a:lnTo>
                  <a:lnTo>
                    <a:pt x="1265" y="208"/>
                  </a:lnTo>
                  <a:lnTo>
                    <a:pt x="1265" y="447"/>
                  </a:lnTo>
                  <a:close/>
                  <a:moveTo>
                    <a:pt x="351" y="447"/>
                  </a:moveTo>
                  <a:lnTo>
                    <a:pt x="395" y="447"/>
                  </a:lnTo>
                  <a:cubicBezTo>
                    <a:pt x="437" y="447"/>
                    <a:pt x="454" y="426"/>
                    <a:pt x="454" y="377"/>
                  </a:cubicBezTo>
                  <a:cubicBezTo>
                    <a:pt x="454" y="341"/>
                    <a:pt x="437" y="319"/>
                    <a:pt x="395" y="319"/>
                  </a:cubicBezTo>
                  <a:lnTo>
                    <a:pt x="351" y="319"/>
                  </a:lnTo>
                  <a:lnTo>
                    <a:pt x="351" y="447"/>
                  </a:lnTo>
                  <a:close/>
                  <a:moveTo>
                    <a:pt x="206" y="208"/>
                  </a:moveTo>
                  <a:lnTo>
                    <a:pt x="445" y="208"/>
                  </a:lnTo>
                  <a:cubicBezTo>
                    <a:pt x="518" y="208"/>
                    <a:pt x="598" y="252"/>
                    <a:pt x="598" y="363"/>
                  </a:cubicBezTo>
                  <a:cubicBezTo>
                    <a:pt x="598" y="448"/>
                    <a:pt x="546" y="488"/>
                    <a:pt x="513" y="495"/>
                  </a:cubicBezTo>
                  <a:cubicBezTo>
                    <a:pt x="571" y="519"/>
                    <a:pt x="604" y="559"/>
                    <a:pt x="604" y="645"/>
                  </a:cubicBezTo>
                  <a:cubicBezTo>
                    <a:pt x="604" y="761"/>
                    <a:pt x="542" y="829"/>
                    <a:pt x="415" y="829"/>
                  </a:cubicBezTo>
                  <a:lnTo>
                    <a:pt x="206" y="829"/>
                  </a:lnTo>
                  <a:lnTo>
                    <a:pt x="206" y="2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12566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57">
          <p15:clr>
            <a:srgbClr val="FBAE40"/>
          </p15:clr>
        </p15:guide>
        <p15:guide id="2" orient="horz" pos="1049">
          <p15:clr>
            <a:srgbClr val="FBAE40"/>
          </p15:clr>
        </p15:guide>
        <p15:guide id="3" orient="horz" pos="2523">
          <p15:clr>
            <a:srgbClr val="FBAE40"/>
          </p15:clr>
        </p15:guide>
        <p15:guide id="4" orient="horz" pos="799">
          <p15:clr>
            <a:srgbClr val="FBAE40"/>
          </p15:clr>
        </p15:guide>
        <p15:guide id="5" orient="horz" pos="3339">
          <p15:clr>
            <a:srgbClr val="FBAE40"/>
          </p15:clr>
        </p15:guide>
        <p15:guide id="6" pos="6108">
          <p15:clr>
            <a:srgbClr val="FBAE40"/>
          </p15:clr>
        </p15:guide>
        <p15:guide id="7" pos="6335">
          <p15:clr>
            <a:srgbClr val="FBAE40"/>
          </p15:clr>
        </p15:guide>
        <p15:guide id="8" pos="7197">
          <p15:clr>
            <a:srgbClr val="FBAE40"/>
          </p15:clr>
        </p15:guide>
        <p15:guide id="9" orient="horz" pos="2296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Шмуцтитул с должност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Группа 18"/>
          <p:cNvGrpSpPr/>
          <p:nvPr/>
        </p:nvGrpSpPr>
        <p:grpSpPr>
          <a:xfrm>
            <a:off x="279018" y="146556"/>
            <a:ext cx="1543569" cy="761494"/>
            <a:chOff x="636588" y="195263"/>
            <a:chExt cx="1071562" cy="528637"/>
          </a:xfrm>
          <a:solidFill>
            <a:srgbClr val="0079C2"/>
          </a:solidFill>
        </p:grpSpPr>
        <p:sp>
          <p:nvSpPr>
            <p:cNvPr id="20" name="Freeform 5"/>
            <p:cNvSpPr>
              <a:spLocks noEditPoints="1"/>
            </p:cNvSpPr>
            <p:nvPr/>
          </p:nvSpPr>
          <p:spPr bwMode="auto">
            <a:xfrm>
              <a:off x="831850" y="195263"/>
              <a:ext cx="107950" cy="334962"/>
            </a:xfrm>
            <a:custGeom>
              <a:avLst/>
              <a:gdLst>
                <a:gd name="T0" fmla="*/ 1 h 2881172"/>
                <a:gd name="T1" fmla="*/ 1468 h 2744"/>
                <a:gd name="T2" fmla="*/ 727 w 891"/>
                <a:gd name="T3" fmla="*/ 1880 h 2744"/>
                <a:gd name="T4" fmla="*/ 677 w 891"/>
                <a:gd name="T5" fmla="*/ 1294 h 2744"/>
                <a:gd name="T6" fmla="*/ 443 w 891"/>
                <a:gd name="T7" fmla="*/ 660 h 2744"/>
                <a:gd name="T8" fmla="*/ 213 w 891"/>
                <a:gd name="T9" fmla="*/ 1292 h 2744"/>
                <a:gd name="T10" fmla="*/ 159 w 891"/>
                <a:gd name="T11" fmla="*/ 1886 h 2744"/>
                <a:gd name="T12" fmla="*/ 121 w 891"/>
                <a:gd name="T13" fmla="*/ 1310 h 2744"/>
                <a:gd name="T14" fmla="*/ 204 w 891"/>
                <a:gd name="T15" fmla="*/ 789 h 2744"/>
                <a:gd name="T16" fmla="*/ 443 w 891"/>
                <a:gd name="T17" fmla="*/ 216 h 2744"/>
                <a:gd name="T18" fmla="*/ 686 w 891"/>
                <a:gd name="T19" fmla="*/ 781 h 2744"/>
                <a:gd name="T20" fmla="*/ 1 h 2881172"/>
                <a:gd name="T21" fmla="*/ 1468 h 2744"/>
                <a:gd name="T22" fmla="*/ 445 w 891"/>
                <a:gd name="T23" fmla="*/ 2644 h 2744"/>
                <a:gd name="T24" fmla="*/ 323 w 891"/>
                <a:gd name="T25" fmla="*/ 2146 h 2744"/>
                <a:gd name="T26" fmla="*/ 447 w 891"/>
                <a:gd name="T27" fmla="*/ 1653 h 2744"/>
                <a:gd name="T28" fmla="*/ 565 w 891"/>
                <a:gd name="T29" fmla="*/ 2125 h 2744"/>
                <a:gd name="T30" fmla="*/ 445 w 891"/>
                <a:gd name="T31" fmla="*/ 2644 h 2744"/>
                <a:gd name="T32" fmla="*/ 799 w 891"/>
                <a:gd name="T33" fmla="*/ 784 h 2744"/>
                <a:gd name="T34" fmla="*/ 445 w 891"/>
                <a:gd name="T35" fmla="*/ 0 h 2744"/>
                <a:gd name="T36" fmla="*/ 117 w 891"/>
                <a:gd name="T37" fmla="*/ 685 h 2744"/>
                <a:gd name="T38" fmla="*/ 35 w 891"/>
                <a:gd name="T39" fmla="*/ 1673 h 2744"/>
                <a:gd name="T40" fmla="*/ 203 w 891"/>
                <a:gd name="T41" fmla="*/ 2307 h 2744"/>
                <a:gd name="T42" fmla="*/ 447 w 891"/>
                <a:gd name="T43" fmla="*/ 2744 h 2744"/>
                <a:gd name="T44" fmla="*/ 849 w 891"/>
                <a:gd name="T45" fmla="*/ 1717 h 2744"/>
                <a:gd name="T46" fmla="*/ 799 w 891"/>
                <a:gd name="T47" fmla="*/ 784 h 27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891" h="2744">
                  <a:moveTo>
                    <a:pt x="773" y="1468"/>
                  </a:moveTo>
                  <a:cubicBezTo>
                    <a:pt x="769" y="1621"/>
                    <a:pt x="751" y="1783"/>
                    <a:pt x="727" y="1880"/>
                  </a:cubicBezTo>
                  <a:cubicBezTo>
                    <a:pt x="736" y="1713"/>
                    <a:pt x="716" y="1478"/>
                    <a:pt x="677" y="1294"/>
                  </a:cubicBezTo>
                  <a:cubicBezTo>
                    <a:pt x="639" y="1110"/>
                    <a:pt x="530" y="802"/>
                    <a:pt x="443" y="660"/>
                  </a:cubicBezTo>
                  <a:cubicBezTo>
                    <a:pt x="363" y="796"/>
                    <a:pt x="264" y="1061"/>
                    <a:pt x="213" y="1292"/>
                  </a:cubicBezTo>
                  <a:cubicBezTo>
                    <a:pt x="161" y="1523"/>
                    <a:pt x="159" y="1802"/>
                    <a:pt x="159" y="1886"/>
                  </a:cubicBezTo>
                  <a:cubicBezTo>
                    <a:pt x="145" y="1815"/>
                    <a:pt x="111" y="1563"/>
                    <a:pt x="121" y="1310"/>
                  </a:cubicBezTo>
                  <a:cubicBezTo>
                    <a:pt x="129" y="1102"/>
                    <a:pt x="177" y="888"/>
                    <a:pt x="204" y="789"/>
                  </a:cubicBezTo>
                  <a:cubicBezTo>
                    <a:pt x="306" y="460"/>
                    <a:pt x="422" y="249"/>
                    <a:pt x="443" y="216"/>
                  </a:cubicBezTo>
                  <a:cubicBezTo>
                    <a:pt x="465" y="249"/>
                    <a:pt x="610" y="508"/>
                    <a:pt x="686" y="781"/>
                  </a:cubicBezTo>
                  <a:cubicBezTo>
                    <a:pt x="761" y="1053"/>
                    <a:pt x="776" y="1314"/>
                    <a:pt x="773" y="1468"/>
                  </a:cubicBezTo>
                  <a:close/>
                  <a:moveTo>
                    <a:pt x="445" y="2644"/>
                  </a:moveTo>
                  <a:cubicBezTo>
                    <a:pt x="400" y="2559"/>
                    <a:pt x="330" y="2397"/>
                    <a:pt x="323" y="2146"/>
                  </a:cubicBezTo>
                  <a:cubicBezTo>
                    <a:pt x="321" y="1904"/>
                    <a:pt x="418" y="1697"/>
                    <a:pt x="447" y="1653"/>
                  </a:cubicBezTo>
                  <a:cubicBezTo>
                    <a:pt x="472" y="1697"/>
                    <a:pt x="555" y="1877"/>
                    <a:pt x="565" y="2125"/>
                  </a:cubicBezTo>
                  <a:cubicBezTo>
                    <a:pt x="572" y="2367"/>
                    <a:pt x="492" y="2557"/>
                    <a:pt x="445" y="2644"/>
                  </a:cubicBezTo>
                  <a:close/>
                  <a:moveTo>
                    <a:pt x="799" y="784"/>
                  </a:moveTo>
                  <a:cubicBezTo>
                    <a:pt x="707" y="381"/>
                    <a:pt x="477" y="54"/>
                    <a:pt x="445" y="0"/>
                  </a:cubicBezTo>
                  <a:cubicBezTo>
                    <a:pt x="395" y="75"/>
                    <a:pt x="211" y="364"/>
                    <a:pt x="117" y="685"/>
                  </a:cubicBezTo>
                  <a:cubicBezTo>
                    <a:pt x="15" y="1043"/>
                    <a:pt x="0" y="1361"/>
                    <a:pt x="35" y="1673"/>
                  </a:cubicBezTo>
                  <a:cubicBezTo>
                    <a:pt x="70" y="1986"/>
                    <a:pt x="203" y="2307"/>
                    <a:pt x="203" y="2307"/>
                  </a:cubicBezTo>
                  <a:cubicBezTo>
                    <a:pt x="273" y="2475"/>
                    <a:pt x="378" y="2655"/>
                    <a:pt x="447" y="2744"/>
                  </a:cubicBezTo>
                  <a:cubicBezTo>
                    <a:pt x="547" y="2614"/>
                    <a:pt x="778" y="2225"/>
                    <a:pt x="849" y="1717"/>
                  </a:cubicBezTo>
                  <a:cubicBezTo>
                    <a:pt x="890" y="1434"/>
                    <a:pt x="891" y="1187"/>
                    <a:pt x="799" y="7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Freeform 6"/>
            <p:cNvSpPr>
              <a:spLocks/>
            </p:cNvSpPr>
            <p:nvPr/>
          </p:nvSpPr>
          <p:spPr bwMode="auto">
            <a:xfrm>
              <a:off x="636588" y="358775"/>
              <a:ext cx="315912" cy="365125"/>
            </a:xfrm>
            <a:custGeom>
              <a:avLst/>
              <a:gdLst>
                <a:gd name="T0" fmla="*/ 2201 w 2597"/>
                <a:gd name="T1" fmla="*/ 1501 h 3002"/>
                <a:gd name="T2" fmla="*/ 1501 w 2597"/>
                <a:gd name="T3" fmla="*/ 1501 h 3002"/>
                <a:gd name="T4" fmla="*/ 1501 w 2597"/>
                <a:gd name="T5" fmla="*/ 1971 h 3002"/>
                <a:gd name="T6" fmla="*/ 1503 w 2597"/>
                <a:gd name="T7" fmla="*/ 1969 h 3002"/>
                <a:gd name="T8" fmla="*/ 2100 w 2597"/>
                <a:gd name="T9" fmla="*/ 1969 h 3002"/>
                <a:gd name="T10" fmla="*/ 2100 w 2597"/>
                <a:gd name="T11" fmla="*/ 2566 h 3002"/>
                <a:gd name="T12" fmla="*/ 2098 w 2597"/>
                <a:gd name="T13" fmla="*/ 2568 h 3002"/>
                <a:gd name="T14" fmla="*/ 2098 w 2597"/>
                <a:gd name="T15" fmla="*/ 2568 h 3002"/>
                <a:gd name="T16" fmla="*/ 2096 w 2597"/>
                <a:gd name="T17" fmla="*/ 2570 h 3002"/>
                <a:gd name="T18" fmla="*/ 1501 w 2597"/>
                <a:gd name="T19" fmla="*/ 2815 h 3002"/>
                <a:gd name="T20" fmla="*/ 905 w 2597"/>
                <a:gd name="T21" fmla="*/ 2568 h 3002"/>
                <a:gd name="T22" fmla="*/ 802 w 2597"/>
                <a:gd name="T23" fmla="*/ 1501 h 3002"/>
                <a:gd name="T24" fmla="*/ 905 w 2597"/>
                <a:gd name="T25" fmla="*/ 1375 h 3002"/>
                <a:gd name="T26" fmla="*/ 1501 w 2597"/>
                <a:gd name="T27" fmla="*/ 1129 h 3002"/>
                <a:gd name="T28" fmla="*/ 1501 w 2597"/>
                <a:gd name="T29" fmla="*/ 0 h 3002"/>
                <a:gd name="T30" fmla="*/ 0 w 2597"/>
                <a:gd name="T31" fmla="*/ 1501 h 3002"/>
                <a:gd name="T32" fmla="*/ 1501 w 2597"/>
                <a:gd name="T33" fmla="*/ 3002 h 3002"/>
                <a:gd name="T34" fmla="*/ 2597 w 2597"/>
                <a:gd name="T35" fmla="*/ 2527 h 3002"/>
                <a:gd name="T36" fmla="*/ 2597 w 2597"/>
                <a:gd name="T37" fmla="*/ 1501 h 3002"/>
                <a:gd name="T38" fmla="*/ 2201 w 2597"/>
                <a:gd name="T39" fmla="*/ 1501 h 30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597" h="3002">
                  <a:moveTo>
                    <a:pt x="2201" y="1501"/>
                  </a:moveTo>
                  <a:lnTo>
                    <a:pt x="1501" y="1501"/>
                  </a:lnTo>
                  <a:lnTo>
                    <a:pt x="1501" y="1971"/>
                  </a:lnTo>
                  <a:cubicBezTo>
                    <a:pt x="1502" y="1970"/>
                    <a:pt x="1503" y="1969"/>
                    <a:pt x="1503" y="1969"/>
                  </a:cubicBezTo>
                  <a:cubicBezTo>
                    <a:pt x="1668" y="1804"/>
                    <a:pt x="1935" y="1804"/>
                    <a:pt x="2100" y="1969"/>
                  </a:cubicBezTo>
                  <a:cubicBezTo>
                    <a:pt x="2265" y="2133"/>
                    <a:pt x="2265" y="2401"/>
                    <a:pt x="2100" y="2566"/>
                  </a:cubicBezTo>
                  <a:cubicBezTo>
                    <a:pt x="2100" y="2566"/>
                    <a:pt x="2099" y="2567"/>
                    <a:pt x="2098" y="2568"/>
                  </a:cubicBezTo>
                  <a:cubicBezTo>
                    <a:pt x="2098" y="2568"/>
                    <a:pt x="2098" y="2568"/>
                    <a:pt x="2098" y="2568"/>
                  </a:cubicBezTo>
                  <a:cubicBezTo>
                    <a:pt x="2097" y="2568"/>
                    <a:pt x="2096" y="2569"/>
                    <a:pt x="2096" y="2570"/>
                  </a:cubicBezTo>
                  <a:cubicBezTo>
                    <a:pt x="1931" y="2733"/>
                    <a:pt x="1716" y="2815"/>
                    <a:pt x="1501" y="2815"/>
                  </a:cubicBezTo>
                  <a:cubicBezTo>
                    <a:pt x="1286" y="2815"/>
                    <a:pt x="1070" y="2733"/>
                    <a:pt x="905" y="2568"/>
                  </a:cubicBezTo>
                  <a:cubicBezTo>
                    <a:pt x="615" y="2278"/>
                    <a:pt x="581" y="1829"/>
                    <a:pt x="802" y="1501"/>
                  </a:cubicBezTo>
                  <a:cubicBezTo>
                    <a:pt x="832" y="1457"/>
                    <a:pt x="866" y="1415"/>
                    <a:pt x="905" y="1375"/>
                  </a:cubicBezTo>
                  <a:cubicBezTo>
                    <a:pt x="1070" y="1211"/>
                    <a:pt x="1286" y="1129"/>
                    <a:pt x="1501" y="1129"/>
                  </a:cubicBezTo>
                  <a:lnTo>
                    <a:pt x="1501" y="0"/>
                  </a:lnTo>
                  <a:cubicBezTo>
                    <a:pt x="672" y="0"/>
                    <a:pt x="0" y="672"/>
                    <a:pt x="0" y="1501"/>
                  </a:cubicBezTo>
                  <a:cubicBezTo>
                    <a:pt x="0" y="2330"/>
                    <a:pt x="672" y="3002"/>
                    <a:pt x="1501" y="3002"/>
                  </a:cubicBezTo>
                  <a:cubicBezTo>
                    <a:pt x="1934" y="3002"/>
                    <a:pt x="2323" y="2820"/>
                    <a:pt x="2597" y="2527"/>
                  </a:cubicBezTo>
                  <a:lnTo>
                    <a:pt x="2597" y="1501"/>
                  </a:lnTo>
                  <a:lnTo>
                    <a:pt x="2201" y="15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Freeform 7"/>
            <p:cNvSpPr>
              <a:spLocks/>
            </p:cNvSpPr>
            <p:nvPr/>
          </p:nvSpPr>
          <p:spPr bwMode="auto">
            <a:xfrm>
              <a:off x="974725" y="358775"/>
              <a:ext cx="69850" cy="182562"/>
            </a:xfrm>
            <a:custGeom>
              <a:avLst/>
              <a:gdLst>
                <a:gd name="T0" fmla="*/ 0 w 572"/>
                <a:gd name="T1" fmla="*/ 0 h 1501"/>
                <a:gd name="T2" fmla="*/ 572 w 572"/>
                <a:gd name="T3" fmla="*/ 0 h 1501"/>
                <a:gd name="T4" fmla="*/ 572 w 572"/>
                <a:gd name="T5" fmla="*/ 186 h 1501"/>
                <a:gd name="T6" fmla="*/ 300 w 572"/>
                <a:gd name="T7" fmla="*/ 186 h 1501"/>
                <a:gd name="T8" fmla="*/ 300 w 572"/>
                <a:gd name="T9" fmla="*/ 1501 h 1501"/>
                <a:gd name="T10" fmla="*/ 0 w 572"/>
                <a:gd name="T11" fmla="*/ 1501 h 1501"/>
                <a:gd name="T12" fmla="*/ 0 w 572"/>
                <a:gd name="T13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72" h="1501">
                  <a:moveTo>
                    <a:pt x="0" y="0"/>
                  </a:moveTo>
                  <a:lnTo>
                    <a:pt x="572" y="0"/>
                  </a:lnTo>
                  <a:lnTo>
                    <a:pt x="572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" name="Freeform 8"/>
            <p:cNvSpPr>
              <a:spLocks noEditPoints="1"/>
            </p:cNvSpPr>
            <p:nvPr/>
          </p:nvSpPr>
          <p:spPr bwMode="auto">
            <a:xfrm>
              <a:off x="1042988" y="358775"/>
              <a:ext cx="95250" cy="182562"/>
            </a:xfrm>
            <a:custGeom>
              <a:avLst/>
              <a:gdLst>
                <a:gd name="T0" fmla="*/ 0 w 785"/>
                <a:gd name="T1" fmla="*/ 1501 h 1501"/>
                <a:gd name="T2" fmla="*/ 294 w 785"/>
                <a:gd name="T3" fmla="*/ 1501 h 1501"/>
                <a:gd name="T4" fmla="*/ 322 w 785"/>
                <a:gd name="T5" fmla="*/ 1102 h 1501"/>
                <a:gd name="T6" fmla="*/ 463 w 785"/>
                <a:gd name="T7" fmla="*/ 1102 h 1501"/>
                <a:gd name="T8" fmla="*/ 491 w 785"/>
                <a:gd name="T9" fmla="*/ 1501 h 1501"/>
                <a:gd name="T10" fmla="*/ 785 w 785"/>
                <a:gd name="T11" fmla="*/ 1501 h 1501"/>
                <a:gd name="T12" fmla="*/ 628 w 785"/>
                <a:gd name="T13" fmla="*/ 0 h 1501"/>
                <a:gd name="T14" fmla="*/ 157 w 785"/>
                <a:gd name="T15" fmla="*/ 0 h 1501"/>
                <a:gd name="T16" fmla="*/ 0 w 785"/>
                <a:gd name="T17" fmla="*/ 1501 h 1501"/>
                <a:gd name="T18" fmla="*/ 332 w 785"/>
                <a:gd name="T19" fmla="*/ 937 h 1501"/>
                <a:gd name="T20" fmla="*/ 384 w 785"/>
                <a:gd name="T21" fmla="*/ 186 h 1501"/>
                <a:gd name="T22" fmla="*/ 401 w 785"/>
                <a:gd name="T23" fmla="*/ 186 h 1501"/>
                <a:gd name="T24" fmla="*/ 453 w 785"/>
                <a:gd name="T25" fmla="*/ 937 h 1501"/>
                <a:gd name="T26" fmla="*/ 332 w 785"/>
                <a:gd name="T27" fmla="*/ 937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85" h="1501">
                  <a:moveTo>
                    <a:pt x="0" y="1501"/>
                  </a:moveTo>
                  <a:lnTo>
                    <a:pt x="294" y="1501"/>
                  </a:lnTo>
                  <a:lnTo>
                    <a:pt x="322" y="1102"/>
                  </a:lnTo>
                  <a:lnTo>
                    <a:pt x="463" y="1102"/>
                  </a:lnTo>
                  <a:lnTo>
                    <a:pt x="491" y="1501"/>
                  </a:lnTo>
                  <a:lnTo>
                    <a:pt x="785" y="1501"/>
                  </a:lnTo>
                  <a:lnTo>
                    <a:pt x="628" y="0"/>
                  </a:lnTo>
                  <a:lnTo>
                    <a:pt x="157" y="0"/>
                  </a:lnTo>
                  <a:lnTo>
                    <a:pt x="0" y="1501"/>
                  </a:lnTo>
                  <a:close/>
                  <a:moveTo>
                    <a:pt x="332" y="937"/>
                  </a:moveTo>
                  <a:lnTo>
                    <a:pt x="384" y="186"/>
                  </a:lnTo>
                  <a:lnTo>
                    <a:pt x="401" y="186"/>
                  </a:lnTo>
                  <a:lnTo>
                    <a:pt x="453" y="937"/>
                  </a:lnTo>
                  <a:lnTo>
                    <a:pt x="332" y="9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" name="Freeform 9"/>
            <p:cNvSpPr>
              <a:spLocks/>
            </p:cNvSpPr>
            <p:nvPr/>
          </p:nvSpPr>
          <p:spPr bwMode="auto">
            <a:xfrm>
              <a:off x="1150938" y="358775"/>
              <a:ext cx="84137" cy="182562"/>
            </a:xfrm>
            <a:custGeom>
              <a:avLst/>
              <a:gdLst>
                <a:gd name="T0" fmla="*/ 300 w 695"/>
                <a:gd name="T1" fmla="*/ 975 h 1501"/>
                <a:gd name="T2" fmla="*/ 300 w 695"/>
                <a:gd name="T3" fmla="*/ 1258 h 1501"/>
                <a:gd name="T4" fmla="*/ 347 w 695"/>
                <a:gd name="T5" fmla="*/ 1307 h 1501"/>
                <a:gd name="T6" fmla="*/ 395 w 695"/>
                <a:gd name="T7" fmla="*/ 1258 h 1501"/>
                <a:gd name="T8" fmla="*/ 395 w 695"/>
                <a:gd name="T9" fmla="*/ 909 h 1501"/>
                <a:gd name="T10" fmla="*/ 275 w 695"/>
                <a:gd name="T11" fmla="*/ 810 h 1501"/>
                <a:gd name="T12" fmla="*/ 152 w 695"/>
                <a:gd name="T13" fmla="*/ 810 h 1501"/>
                <a:gd name="T14" fmla="*/ 152 w 695"/>
                <a:gd name="T15" fmla="*/ 645 h 1501"/>
                <a:gd name="T16" fmla="*/ 279 w 695"/>
                <a:gd name="T17" fmla="*/ 645 h 1501"/>
                <a:gd name="T18" fmla="*/ 395 w 695"/>
                <a:gd name="T19" fmla="*/ 534 h 1501"/>
                <a:gd name="T20" fmla="*/ 395 w 695"/>
                <a:gd name="T21" fmla="*/ 236 h 1501"/>
                <a:gd name="T22" fmla="*/ 347 w 695"/>
                <a:gd name="T23" fmla="*/ 186 h 1501"/>
                <a:gd name="T24" fmla="*/ 300 w 695"/>
                <a:gd name="T25" fmla="*/ 236 h 1501"/>
                <a:gd name="T26" fmla="*/ 300 w 695"/>
                <a:gd name="T27" fmla="*/ 480 h 1501"/>
                <a:gd name="T28" fmla="*/ 0 w 695"/>
                <a:gd name="T29" fmla="*/ 480 h 1501"/>
                <a:gd name="T30" fmla="*/ 0 w 695"/>
                <a:gd name="T31" fmla="*/ 268 h 1501"/>
                <a:gd name="T32" fmla="*/ 223 w 695"/>
                <a:gd name="T33" fmla="*/ 0 h 1501"/>
                <a:gd name="T34" fmla="*/ 472 w 695"/>
                <a:gd name="T35" fmla="*/ 0 h 1501"/>
                <a:gd name="T36" fmla="*/ 695 w 695"/>
                <a:gd name="T37" fmla="*/ 268 h 1501"/>
                <a:gd name="T38" fmla="*/ 695 w 695"/>
                <a:gd name="T39" fmla="*/ 508 h 1501"/>
                <a:gd name="T40" fmla="*/ 491 w 695"/>
                <a:gd name="T41" fmla="*/ 712 h 1501"/>
                <a:gd name="T42" fmla="*/ 491 w 695"/>
                <a:gd name="T43" fmla="*/ 727 h 1501"/>
                <a:gd name="T44" fmla="*/ 695 w 695"/>
                <a:gd name="T45" fmla="*/ 930 h 1501"/>
                <a:gd name="T46" fmla="*/ 695 w 695"/>
                <a:gd name="T47" fmla="*/ 1233 h 1501"/>
                <a:gd name="T48" fmla="*/ 472 w 695"/>
                <a:gd name="T49" fmla="*/ 1501 h 1501"/>
                <a:gd name="T50" fmla="*/ 223 w 695"/>
                <a:gd name="T51" fmla="*/ 1501 h 1501"/>
                <a:gd name="T52" fmla="*/ 0 w 695"/>
                <a:gd name="T53" fmla="*/ 1233 h 1501"/>
                <a:gd name="T54" fmla="*/ 0 w 695"/>
                <a:gd name="T55" fmla="*/ 975 h 1501"/>
                <a:gd name="T56" fmla="*/ 300 w 695"/>
                <a:gd name="T57" fmla="*/ 975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695" h="1501">
                  <a:moveTo>
                    <a:pt x="300" y="975"/>
                  </a:moveTo>
                  <a:lnTo>
                    <a:pt x="300" y="1258"/>
                  </a:lnTo>
                  <a:cubicBezTo>
                    <a:pt x="300" y="1297"/>
                    <a:pt x="330" y="1307"/>
                    <a:pt x="347" y="1307"/>
                  </a:cubicBezTo>
                  <a:cubicBezTo>
                    <a:pt x="375" y="1307"/>
                    <a:pt x="395" y="1284"/>
                    <a:pt x="395" y="1258"/>
                  </a:cubicBezTo>
                  <a:lnTo>
                    <a:pt x="395" y="909"/>
                  </a:lnTo>
                  <a:cubicBezTo>
                    <a:pt x="395" y="862"/>
                    <a:pt x="386" y="810"/>
                    <a:pt x="275" y="810"/>
                  </a:cubicBezTo>
                  <a:lnTo>
                    <a:pt x="152" y="810"/>
                  </a:lnTo>
                  <a:lnTo>
                    <a:pt x="152" y="645"/>
                  </a:lnTo>
                  <a:lnTo>
                    <a:pt x="279" y="645"/>
                  </a:lnTo>
                  <a:cubicBezTo>
                    <a:pt x="365" y="645"/>
                    <a:pt x="395" y="626"/>
                    <a:pt x="395" y="534"/>
                  </a:cubicBezTo>
                  <a:lnTo>
                    <a:pt x="395" y="236"/>
                  </a:lnTo>
                  <a:cubicBezTo>
                    <a:pt x="395" y="210"/>
                    <a:pt x="375" y="186"/>
                    <a:pt x="347" y="186"/>
                  </a:cubicBezTo>
                  <a:cubicBezTo>
                    <a:pt x="330" y="186"/>
                    <a:pt x="300" y="197"/>
                    <a:pt x="300" y="236"/>
                  </a:cubicBezTo>
                  <a:lnTo>
                    <a:pt x="300" y="480"/>
                  </a:lnTo>
                  <a:lnTo>
                    <a:pt x="0" y="480"/>
                  </a:lnTo>
                  <a:lnTo>
                    <a:pt x="0" y="268"/>
                  </a:lnTo>
                  <a:cubicBezTo>
                    <a:pt x="0" y="163"/>
                    <a:pt x="13" y="0"/>
                    <a:pt x="223" y="0"/>
                  </a:cubicBezTo>
                  <a:lnTo>
                    <a:pt x="472" y="0"/>
                  </a:lnTo>
                  <a:cubicBezTo>
                    <a:pt x="682" y="0"/>
                    <a:pt x="695" y="163"/>
                    <a:pt x="695" y="268"/>
                  </a:cubicBezTo>
                  <a:lnTo>
                    <a:pt x="695" y="508"/>
                  </a:lnTo>
                  <a:cubicBezTo>
                    <a:pt x="695" y="671"/>
                    <a:pt x="581" y="716"/>
                    <a:pt x="491" y="712"/>
                  </a:cubicBezTo>
                  <a:lnTo>
                    <a:pt x="491" y="727"/>
                  </a:lnTo>
                  <a:cubicBezTo>
                    <a:pt x="693" y="723"/>
                    <a:pt x="695" y="877"/>
                    <a:pt x="695" y="930"/>
                  </a:cubicBezTo>
                  <a:lnTo>
                    <a:pt x="695" y="1233"/>
                  </a:lnTo>
                  <a:cubicBezTo>
                    <a:pt x="695" y="1338"/>
                    <a:pt x="682" y="1501"/>
                    <a:pt x="472" y="1501"/>
                  </a:cubicBezTo>
                  <a:lnTo>
                    <a:pt x="223" y="1501"/>
                  </a:lnTo>
                  <a:cubicBezTo>
                    <a:pt x="13" y="1501"/>
                    <a:pt x="0" y="1338"/>
                    <a:pt x="0" y="1233"/>
                  </a:cubicBezTo>
                  <a:lnTo>
                    <a:pt x="0" y="975"/>
                  </a:lnTo>
                  <a:lnTo>
                    <a:pt x="300" y="9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Freeform 10"/>
            <p:cNvSpPr>
              <a:spLocks/>
            </p:cNvSpPr>
            <p:nvPr/>
          </p:nvSpPr>
          <p:spPr bwMode="auto">
            <a:xfrm>
              <a:off x="1254125" y="358775"/>
              <a:ext cx="84137" cy="182562"/>
            </a:xfrm>
            <a:custGeom>
              <a:avLst/>
              <a:gdLst>
                <a:gd name="T0" fmla="*/ 0 w 694"/>
                <a:gd name="T1" fmla="*/ 0 h 1501"/>
                <a:gd name="T2" fmla="*/ 694 w 694"/>
                <a:gd name="T3" fmla="*/ 0 h 1501"/>
                <a:gd name="T4" fmla="*/ 694 w 694"/>
                <a:gd name="T5" fmla="*/ 1501 h 1501"/>
                <a:gd name="T6" fmla="*/ 394 w 694"/>
                <a:gd name="T7" fmla="*/ 1501 h 1501"/>
                <a:gd name="T8" fmla="*/ 394 w 694"/>
                <a:gd name="T9" fmla="*/ 186 h 1501"/>
                <a:gd name="T10" fmla="*/ 300 w 694"/>
                <a:gd name="T11" fmla="*/ 186 h 1501"/>
                <a:gd name="T12" fmla="*/ 300 w 694"/>
                <a:gd name="T13" fmla="*/ 1501 h 1501"/>
                <a:gd name="T14" fmla="*/ 0 w 694"/>
                <a:gd name="T15" fmla="*/ 1501 h 1501"/>
                <a:gd name="T16" fmla="*/ 0 w 694"/>
                <a:gd name="T17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94" h="1501">
                  <a:moveTo>
                    <a:pt x="0" y="0"/>
                  </a:moveTo>
                  <a:lnTo>
                    <a:pt x="694" y="0"/>
                  </a:lnTo>
                  <a:lnTo>
                    <a:pt x="694" y="1501"/>
                  </a:lnTo>
                  <a:lnTo>
                    <a:pt x="394" y="1501"/>
                  </a:lnTo>
                  <a:lnTo>
                    <a:pt x="394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Freeform 11"/>
            <p:cNvSpPr>
              <a:spLocks noEditPoints="1"/>
            </p:cNvSpPr>
            <p:nvPr/>
          </p:nvSpPr>
          <p:spPr bwMode="auto">
            <a:xfrm>
              <a:off x="1360488" y="358775"/>
              <a:ext cx="84137" cy="182562"/>
            </a:xfrm>
            <a:custGeom>
              <a:avLst/>
              <a:gdLst>
                <a:gd name="T0" fmla="*/ 0 w 694"/>
                <a:gd name="T1" fmla="*/ 1501 h 1501"/>
                <a:gd name="T2" fmla="*/ 300 w 694"/>
                <a:gd name="T3" fmla="*/ 1501 h 1501"/>
                <a:gd name="T4" fmla="*/ 300 w 694"/>
                <a:gd name="T5" fmla="*/ 990 h 1501"/>
                <a:gd name="T6" fmla="*/ 471 w 694"/>
                <a:gd name="T7" fmla="*/ 990 h 1501"/>
                <a:gd name="T8" fmla="*/ 694 w 694"/>
                <a:gd name="T9" fmla="*/ 723 h 1501"/>
                <a:gd name="T10" fmla="*/ 694 w 694"/>
                <a:gd name="T11" fmla="*/ 268 h 1501"/>
                <a:gd name="T12" fmla="*/ 471 w 694"/>
                <a:gd name="T13" fmla="*/ 0 h 1501"/>
                <a:gd name="T14" fmla="*/ 0 w 694"/>
                <a:gd name="T15" fmla="*/ 0 h 1501"/>
                <a:gd name="T16" fmla="*/ 0 w 694"/>
                <a:gd name="T17" fmla="*/ 1501 h 1501"/>
                <a:gd name="T18" fmla="*/ 300 w 694"/>
                <a:gd name="T19" fmla="*/ 826 h 1501"/>
                <a:gd name="T20" fmla="*/ 300 w 694"/>
                <a:gd name="T21" fmla="*/ 186 h 1501"/>
                <a:gd name="T22" fmla="*/ 338 w 694"/>
                <a:gd name="T23" fmla="*/ 186 h 1501"/>
                <a:gd name="T24" fmla="*/ 394 w 694"/>
                <a:gd name="T25" fmla="*/ 261 h 1501"/>
                <a:gd name="T26" fmla="*/ 394 w 694"/>
                <a:gd name="T27" fmla="*/ 750 h 1501"/>
                <a:gd name="T28" fmla="*/ 338 w 694"/>
                <a:gd name="T29" fmla="*/ 826 h 1501"/>
                <a:gd name="T30" fmla="*/ 300 w 694"/>
                <a:gd name="T31" fmla="*/ 826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4" h="1501">
                  <a:moveTo>
                    <a:pt x="0" y="1501"/>
                  </a:moveTo>
                  <a:lnTo>
                    <a:pt x="300" y="1501"/>
                  </a:lnTo>
                  <a:lnTo>
                    <a:pt x="300" y="990"/>
                  </a:lnTo>
                  <a:lnTo>
                    <a:pt x="471" y="990"/>
                  </a:lnTo>
                  <a:cubicBezTo>
                    <a:pt x="681" y="990"/>
                    <a:pt x="694" y="828"/>
                    <a:pt x="694" y="723"/>
                  </a:cubicBezTo>
                  <a:lnTo>
                    <a:pt x="694" y="268"/>
                  </a:lnTo>
                  <a:cubicBezTo>
                    <a:pt x="694" y="163"/>
                    <a:pt x="681" y="0"/>
                    <a:pt x="471" y="0"/>
                  </a:cubicBezTo>
                  <a:lnTo>
                    <a:pt x="0" y="0"/>
                  </a:lnTo>
                  <a:lnTo>
                    <a:pt x="0" y="1501"/>
                  </a:lnTo>
                  <a:close/>
                  <a:moveTo>
                    <a:pt x="300" y="826"/>
                  </a:moveTo>
                  <a:lnTo>
                    <a:pt x="300" y="186"/>
                  </a:lnTo>
                  <a:lnTo>
                    <a:pt x="338" y="186"/>
                  </a:lnTo>
                  <a:cubicBezTo>
                    <a:pt x="371" y="186"/>
                    <a:pt x="394" y="214"/>
                    <a:pt x="394" y="261"/>
                  </a:cubicBezTo>
                  <a:lnTo>
                    <a:pt x="394" y="750"/>
                  </a:lnTo>
                  <a:cubicBezTo>
                    <a:pt x="394" y="798"/>
                    <a:pt x="371" y="826"/>
                    <a:pt x="338" y="826"/>
                  </a:cubicBezTo>
                  <a:lnTo>
                    <a:pt x="300" y="8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Freeform 12"/>
            <p:cNvSpPr>
              <a:spLocks noEditPoints="1"/>
            </p:cNvSpPr>
            <p:nvPr/>
          </p:nvSpPr>
          <p:spPr bwMode="auto">
            <a:xfrm>
              <a:off x="1462088" y="358775"/>
              <a:ext cx="84137" cy="182562"/>
            </a:xfrm>
            <a:custGeom>
              <a:avLst/>
              <a:gdLst>
                <a:gd name="T0" fmla="*/ 0 w 695"/>
                <a:gd name="T1" fmla="*/ 1233 h 1501"/>
                <a:gd name="T2" fmla="*/ 223 w 695"/>
                <a:gd name="T3" fmla="*/ 1501 h 1501"/>
                <a:gd name="T4" fmla="*/ 472 w 695"/>
                <a:gd name="T5" fmla="*/ 1501 h 1501"/>
                <a:gd name="T6" fmla="*/ 695 w 695"/>
                <a:gd name="T7" fmla="*/ 1233 h 1501"/>
                <a:gd name="T8" fmla="*/ 695 w 695"/>
                <a:gd name="T9" fmla="*/ 268 h 1501"/>
                <a:gd name="T10" fmla="*/ 472 w 695"/>
                <a:gd name="T11" fmla="*/ 0 h 1501"/>
                <a:gd name="T12" fmla="*/ 223 w 695"/>
                <a:gd name="T13" fmla="*/ 0 h 1501"/>
                <a:gd name="T14" fmla="*/ 0 w 695"/>
                <a:gd name="T15" fmla="*/ 268 h 1501"/>
                <a:gd name="T16" fmla="*/ 0 w 695"/>
                <a:gd name="T17" fmla="*/ 1233 h 1501"/>
                <a:gd name="T18" fmla="*/ 394 w 695"/>
                <a:gd name="T19" fmla="*/ 1258 h 1501"/>
                <a:gd name="T20" fmla="*/ 347 w 695"/>
                <a:gd name="T21" fmla="*/ 1307 h 1501"/>
                <a:gd name="T22" fmla="*/ 300 w 695"/>
                <a:gd name="T23" fmla="*/ 1258 h 1501"/>
                <a:gd name="T24" fmla="*/ 300 w 695"/>
                <a:gd name="T25" fmla="*/ 236 h 1501"/>
                <a:gd name="T26" fmla="*/ 347 w 695"/>
                <a:gd name="T27" fmla="*/ 186 h 1501"/>
                <a:gd name="T28" fmla="*/ 394 w 695"/>
                <a:gd name="T29" fmla="*/ 236 h 1501"/>
                <a:gd name="T30" fmla="*/ 394 w 695"/>
                <a:gd name="T31" fmla="*/ 1258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5" h="1501">
                  <a:moveTo>
                    <a:pt x="0" y="1233"/>
                  </a:moveTo>
                  <a:cubicBezTo>
                    <a:pt x="0" y="1338"/>
                    <a:pt x="13" y="1501"/>
                    <a:pt x="223" y="1501"/>
                  </a:cubicBezTo>
                  <a:lnTo>
                    <a:pt x="472" y="1501"/>
                  </a:lnTo>
                  <a:cubicBezTo>
                    <a:pt x="682" y="1501"/>
                    <a:pt x="695" y="1338"/>
                    <a:pt x="695" y="1233"/>
                  </a:cubicBezTo>
                  <a:lnTo>
                    <a:pt x="695" y="268"/>
                  </a:lnTo>
                  <a:cubicBezTo>
                    <a:pt x="695" y="163"/>
                    <a:pt x="682" y="0"/>
                    <a:pt x="472" y="0"/>
                  </a:cubicBezTo>
                  <a:lnTo>
                    <a:pt x="223" y="0"/>
                  </a:lnTo>
                  <a:cubicBezTo>
                    <a:pt x="13" y="0"/>
                    <a:pt x="0" y="163"/>
                    <a:pt x="0" y="268"/>
                  </a:cubicBezTo>
                  <a:lnTo>
                    <a:pt x="0" y="1233"/>
                  </a:lnTo>
                  <a:close/>
                  <a:moveTo>
                    <a:pt x="394" y="1258"/>
                  </a:moveTo>
                  <a:cubicBezTo>
                    <a:pt x="394" y="1284"/>
                    <a:pt x="375" y="1307"/>
                    <a:pt x="347" y="1307"/>
                  </a:cubicBezTo>
                  <a:cubicBezTo>
                    <a:pt x="330" y="1307"/>
                    <a:pt x="300" y="1297"/>
                    <a:pt x="300" y="1258"/>
                  </a:cubicBezTo>
                  <a:lnTo>
                    <a:pt x="300" y="236"/>
                  </a:lnTo>
                  <a:cubicBezTo>
                    <a:pt x="300" y="197"/>
                    <a:pt x="330" y="186"/>
                    <a:pt x="347" y="186"/>
                  </a:cubicBezTo>
                  <a:cubicBezTo>
                    <a:pt x="375" y="186"/>
                    <a:pt x="394" y="210"/>
                    <a:pt x="394" y="236"/>
                  </a:cubicBezTo>
                  <a:lnTo>
                    <a:pt x="394" y="125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Freeform 13"/>
            <p:cNvSpPr>
              <a:spLocks/>
            </p:cNvSpPr>
            <p:nvPr/>
          </p:nvSpPr>
          <p:spPr bwMode="auto">
            <a:xfrm>
              <a:off x="1565275" y="358775"/>
              <a:ext cx="142875" cy="182562"/>
            </a:xfrm>
            <a:custGeom>
              <a:avLst/>
              <a:gdLst>
                <a:gd name="T0" fmla="*/ 780 w 1171"/>
                <a:gd name="T1" fmla="*/ 0 h 1501"/>
                <a:gd name="T2" fmla="*/ 1171 w 1171"/>
                <a:gd name="T3" fmla="*/ 0 h 1501"/>
                <a:gd name="T4" fmla="*/ 1171 w 1171"/>
                <a:gd name="T5" fmla="*/ 1501 h 1501"/>
                <a:gd name="T6" fmla="*/ 870 w 1171"/>
                <a:gd name="T7" fmla="*/ 1501 h 1501"/>
                <a:gd name="T8" fmla="*/ 870 w 1171"/>
                <a:gd name="T9" fmla="*/ 560 h 1501"/>
                <a:gd name="T10" fmla="*/ 860 w 1171"/>
                <a:gd name="T11" fmla="*/ 560 h 1501"/>
                <a:gd name="T12" fmla="*/ 705 w 1171"/>
                <a:gd name="T13" fmla="*/ 1501 h 1501"/>
                <a:gd name="T14" fmla="*/ 465 w 1171"/>
                <a:gd name="T15" fmla="*/ 1501 h 1501"/>
                <a:gd name="T16" fmla="*/ 311 w 1171"/>
                <a:gd name="T17" fmla="*/ 560 h 1501"/>
                <a:gd name="T18" fmla="*/ 300 w 1171"/>
                <a:gd name="T19" fmla="*/ 560 h 1501"/>
                <a:gd name="T20" fmla="*/ 300 w 1171"/>
                <a:gd name="T21" fmla="*/ 1501 h 1501"/>
                <a:gd name="T22" fmla="*/ 0 w 1171"/>
                <a:gd name="T23" fmla="*/ 1501 h 1501"/>
                <a:gd name="T24" fmla="*/ 0 w 1171"/>
                <a:gd name="T25" fmla="*/ 0 h 1501"/>
                <a:gd name="T26" fmla="*/ 390 w 1171"/>
                <a:gd name="T27" fmla="*/ 0 h 1501"/>
                <a:gd name="T28" fmla="*/ 585 w 1171"/>
                <a:gd name="T29" fmla="*/ 1055 h 1501"/>
                <a:gd name="T30" fmla="*/ 780 w 1171"/>
                <a:gd name="T31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171" h="1501">
                  <a:moveTo>
                    <a:pt x="780" y="0"/>
                  </a:moveTo>
                  <a:lnTo>
                    <a:pt x="1171" y="0"/>
                  </a:lnTo>
                  <a:lnTo>
                    <a:pt x="1171" y="1501"/>
                  </a:lnTo>
                  <a:lnTo>
                    <a:pt x="870" y="1501"/>
                  </a:lnTo>
                  <a:lnTo>
                    <a:pt x="870" y="560"/>
                  </a:lnTo>
                  <a:lnTo>
                    <a:pt x="860" y="560"/>
                  </a:lnTo>
                  <a:lnTo>
                    <a:pt x="705" y="1501"/>
                  </a:lnTo>
                  <a:lnTo>
                    <a:pt x="465" y="1501"/>
                  </a:lnTo>
                  <a:lnTo>
                    <a:pt x="311" y="560"/>
                  </a:lnTo>
                  <a:lnTo>
                    <a:pt x="300" y="560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lnTo>
                    <a:pt x="390" y="0"/>
                  </a:lnTo>
                  <a:lnTo>
                    <a:pt x="585" y="1055"/>
                  </a:lnTo>
                  <a:lnTo>
                    <a:pt x="78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Freeform 14"/>
            <p:cNvSpPr>
              <a:spLocks noEditPoints="1"/>
            </p:cNvSpPr>
            <p:nvPr/>
          </p:nvSpPr>
          <p:spPr bwMode="auto">
            <a:xfrm>
              <a:off x="974725" y="598488"/>
              <a:ext cx="733425" cy="125412"/>
            </a:xfrm>
            <a:custGeom>
              <a:avLst/>
              <a:gdLst>
                <a:gd name="T0" fmla="*/ 6025 w 6025"/>
                <a:gd name="T1" fmla="*/ 1034 h 1034"/>
                <a:gd name="T2" fmla="*/ 0 w 6025"/>
                <a:gd name="T3" fmla="*/ 0 h 1034"/>
                <a:gd name="T4" fmla="*/ 351 w 6025"/>
                <a:gd name="T5" fmla="*/ 717 h 1034"/>
                <a:gd name="T6" fmla="*/ 457 w 6025"/>
                <a:gd name="T7" fmla="*/ 639 h 1034"/>
                <a:gd name="T8" fmla="*/ 351 w 6025"/>
                <a:gd name="T9" fmla="*/ 559 h 1034"/>
                <a:gd name="T10" fmla="*/ 5446 w 6025"/>
                <a:gd name="T11" fmla="*/ 397 h 1034"/>
                <a:gd name="T12" fmla="*/ 5818 w 6025"/>
                <a:gd name="T13" fmla="*/ 358 h 1034"/>
                <a:gd name="T14" fmla="*/ 5732 w 6025"/>
                <a:gd name="T15" fmla="*/ 502 h 1034"/>
                <a:gd name="T16" fmla="*/ 5642 w 6025"/>
                <a:gd name="T17" fmla="*/ 843 h 1034"/>
                <a:gd name="T18" fmla="*/ 5583 w 6025"/>
                <a:gd name="T19" fmla="*/ 643 h 1034"/>
                <a:gd name="T20" fmla="*/ 5690 w 6025"/>
                <a:gd name="T21" fmla="*/ 643 h 1034"/>
                <a:gd name="T22" fmla="*/ 5603 w 6025"/>
                <a:gd name="T23" fmla="*/ 561 h 1034"/>
                <a:gd name="T24" fmla="*/ 5639 w 6025"/>
                <a:gd name="T25" fmla="*/ 450 h 1034"/>
                <a:gd name="T26" fmla="*/ 5633 w 6025"/>
                <a:gd name="T27" fmla="*/ 305 h 1034"/>
                <a:gd name="T28" fmla="*/ 5446 w 6025"/>
                <a:gd name="T29" fmla="*/ 397 h 1034"/>
                <a:gd name="T30" fmla="*/ 4829 w 6025"/>
                <a:gd name="T31" fmla="*/ 319 h 1034"/>
                <a:gd name="T32" fmla="*/ 4789 w 6025"/>
                <a:gd name="T33" fmla="*/ 592 h 1034"/>
                <a:gd name="T34" fmla="*/ 4921 w 6025"/>
                <a:gd name="T35" fmla="*/ 208 h 1034"/>
                <a:gd name="T36" fmla="*/ 4911 w 6025"/>
                <a:gd name="T37" fmla="*/ 829 h 1034"/>
                <a:gd name="T38" fmla="*/ 4775 w 6025"/>
                <a:gd name="T39" fmla="*/ 704 h 1034"/>
                <a:gd name="T40" fmla="*/ 4607 w 6025"/>
                <a:gd name="T41" fmla="*/ 829 h 1034"/>
                <a:gd name="T42" fmla="*/ 4921 w 6025"/>
                <a:gd name="T43" fmla="*/ 208 h 1034"/>
                <a:gd name="T44" fmla="*/ 4194 w 6025"/>
                <a:gd name="T45" fmla="*/ 325 h 1034"/>
                <a:gd name="T46" fmla="*/ 3996 w 6025"/>
                <a:gd name="T47" fmla="*/ 829 h 1034"/>
                <a:gd name="T48" fmla="*/ 3847 w 6025"/>
                <a:gd name="T49" fmla="*/ 208 h 1034"/>
                <a:gd name="T50" fmla="*/ 3081 w 6025"/>
                <a:gd name="T51" fmla="*/ 208 h 1034"/>
                <a:gd name="T52" fmla="*/ 3059 w 6025"/>
                <a:gd name="T53" fmla="*/ 598 h 1034"/>
                <a:gd name="T54" fmla="*/ 3186 w 6025"/>
                <a:gd name="T55" fmla="*/ 208 h 1034"/>
                <a:gd name="T56" fmla="*/ 3329 w 6025"/>
                <a:gd name="T57" fmla="*/ 829 h 1034"/>
                <a:gd name="T58" fmla="*/ 3186 w 6025"/>
                <a:gd name="T59" fmla="*/ 684 h 1034"/>
                <a:gd name="T60" fmla="*/ 3213 w 6025"/>
                <a:gd name="T61" fmla="*/ 451 h 1034"/>
                <a:gd name="T62" fmla="*/ 2938 w 6025"/>
                <a:gd name="T63" fmla="*/ 829 h 1034"/>
                <a:gd name="T64" fmla="*/ 3081 w 6025"/>
                <a:gd name="T65" fmla="*/ 208 h 1034"/>
                <a:gd name="T66" fmla="*/ 2173 w 6025"/>
                <a:gd name="T67" fmla="*/ 362 h 1034"/>
                <a:gd name="T68" fmla="*/ 2151 w 6025"/>
                <a:gd name="T69" fmla="*/ 598 h 1034"/>
                <a:gd name="T70" fmla="*/ 2420 w 6025"/>
                <a:gd name="T71" fmla="*/ 208 h 1034"/>
                <a:gd name="T72" fmla="*/ 2278 w 6025"/>
                <a:gd name="T73" fmla="*/ 829 h 1034"/>
                <a:gd name="T74" fmla="*/ 2305 w 6025"/>
                <a:gd name="T75" fmla="*/ 451 h 1034"/>
                <a:gd name="T76" fmla="*/ 2176 w 6025"/>
                <a:gd name="T77" fmla="*/ 829 h 1034"/>
                <a:gd name="T78" fmla="*/ 2030 w 6025"/>
                <a:gd name="T79" fmla="*/ 208 h 1034"/>
                <a:gd name="T80" fmla="*/ 1265 w 6025"/>
                <a:gd name="T81" fmla="*/ 447 h 1034"/>
                <a:gd name="T82" fmla="*/ 1363 w 6025"/>
                <a:gd name="T83" fmla="*/ 208 h 1034"/>
                <a:gd name="T84" fmla="*/ 1512 w 6025"/>
                <a:gd name="T85" fmla="*/ 829 h 1034"/>
                <a:gd name="T86" fmla="*/ 1363 w 6025"/>
                <a:gd name="T87" fmla="*/ 565 h 1034"/>
                <a:gd name="T88" fmla="*/ 1265 w 6025"/>
                <a:gd name="T89" fmla="*/ 829 h 1034"/>
                <a:gd name="T90" fmla="*/ 1115 w 6025"/>
                <a:gd name="T91" fmla="*/ 208 h 1034"/>
                <a:gd name="T92" fmla="*/ 1265 w 6025"/>
                <a:gd name="T93" fmla="*/ 447 h 1034"/>
                <a:gd name="T94" fmla="*/ 395 w 6025"/>
                <a:gd name="T95" fmla="*/ 447 h 1034"/>
                <a:gd name="T96" fmla="*/ 395 w 6025"/>
                <a:gd name="T97" fmla="*/ 319 h 1034"/>
                <a:gd name="T98" fmla="*/ 351 w 6025"/>
                <a:gd name="T99" fmla="*/ 447 h 1034"/>
                <a:gd name="T100" fmla="*/ 445 w 6025"/>
                <a:gd name="T101" fmla="*/ 208 h 1034"/>
                <a:gd name="T102" fmla="*/ 513 w 6025"/>
                <a:gd name="T103" fmla="*/ 495 h 1034"/>
                <a:gd name="T104" fmla="*/ 415 w 6025"/>
                <a:gd name="T105" fmla="*/ 829 h 1034"/>
                <a:gd name="T106" fmla="*/ 206 w 6025"/>
                <a:gd name="T107" fmla="*/ 208 h 10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6025" h="1034">
                  <a:moveTo>
                    <a:pt x="0" y="1034"/>
                  </a:moveTo>
                  <a:lnTo>
                    <a:pt x="6025" y="1034"/>
                  </a:lnTo>
                  <a:lnTo>
                    <a:pt x="6025" y="0"/>
                  </a:lnTo>
                  <a:lnTo>
                    <a:pt x="0" y="0"/>
                  </a:lnTo>
                  <a:lnTo>
                    <a:pt x="0" y="1034"/>
                  </a:lnTo>
                  <a:close/>
                  <a:moveTo>
                    <a:pt x="351" y="717"/>
                  </a:moveTo>
                  <a:lnTo>
                    <a:pt x="384" y="717"/>
                  </a:lnTo>
                  <a:cubicBezTo>
                    <a:pt x="441" y="717"/>
                    <a:pt x="457" y="695"/>
                    <a:pt x="457" y="639"/>
                  </a:cubicBezTo>
                  <a:cubicBezTo>
                    <a:pt x="457" y="587"/>
                    <a:pt x="441" y="559"/>
                    <a:pt x="388" y="559"/>
                  </a:cubicBezTo>
                  <a:lnTo>
                    <a:pt x="351" y="559"/>
                  </a:lnTo>
                  <a:lnTo>
                    <a:pt x="351" y="717"/>
                  </a:lnTo>
                  <a:close/>
                  <a:moveTo>
                    <a:pt x="5446" y="397"/>
                  </a:moveTo>
                  <a:cubicBezTo>
                    <a:pt x="5446" y="268"/>
                    <a:pt x="5526" y="194"/>
                    <a:pt x="5633" y="194"/>
                  </a:cubicBezTo>
                  <a:cubicBezTo>
                    <a:pt x="5752" y="194"/>
                    <a:pt x="5818" y="271"/>
                    <a:pt x="5818" y="358"/>
                  </a:cubicBezTo>
                  <a:cubicBezTo>
                    <a:pt x="5818" y="435"/>
                    <a:pt x="5793" y="474"/>
                    <a:pt x="5730" y="502"/>
                  </a:cubicBezTo>
                  <a:lnTo>
                    <a:pt x="5732" y="502"/>
                  </a:lnTo>
                  <a:cubicBezTo>
                    <a:pt x="5795" y="525"/>
                    <a:pt x="5840" y="551"/>
                    <a:pt x="5840" y="663"/>
                  </a:cubicBezTo>
                  <a:cubicBezTo>
                    <a:pt x="5840" y="785"/>
                    <a:pt x="5761" y="843"/>
                    <a:pt x="5642" y="843"/>
                  </a:cubicBezTo>
                  <a:cubicBezTo>
                    <a:pt x="5550" y="843"/>
                    <a:pt x="5446" y="803"/>
                    <a:pt x="5446" y="643"/>
                  </a:cubicBezTo>
                  <a:lnTo>
                    <a:pt x="5583" y="643"/>
                  </a:lnTo>
                  <a:cubicBezTo>
                    <a:pt x="5583" y="712"/>
                    <a:pt x="5603" y="732"/>
                    <a:pt x="5636" y="732"/>
                  </a:cubicBezTo>
                  <a:cubicBezTo>
                    <a:pt x="5675" y="732"/>
                    <a:pt x="5690" y="712"/>
                    <a:pt x="5690" y="643"/>
                  </a:cubicBezTo>
                  <a:cubicBezTo>
                    <a:pt x="5690" y="585"/>
                    <a:pt x="5672" y="561"/>
                    <a:pt x="5625" y="561"/>
                  </a:cubicBezTo>
                  <a:lnTo>
                    <a:pt x="5603" y="561"/>
                  </a:lnTo>
                  <a:lnTo>
                    <a:pt x="5603" y="450"/>
                  </a:lnTo>
                  <a:lnTo>
                    <a:pt x="5639" y="450"/>
                  </a:lnTo>
                  <a:cubicBezTo>
                    <a:pt x="5660" y="450"/>
                    <a:pt x="5684" y="426"/>
                    <a:pt x="5684" y="381"/>
                  </a:cubicBezTo>
                  <a:cubicBezTo>
                    <a:pt x="5684" y="335"/>
                    <a:pt x="5669" y="305"/>
                    <a:pt x="5633" y="305"/>
                  </a:cubicBezTo>
                  <a:cubicBezTo>
                    <a:pt x="5595" y="305"/>
                    <a:pt x="5583" y="333"/>
                    <a:pt x="5583" y="397"/>
                  </a:cubicBezTo>
                  <a:lnTo>
                    <a:pt x="5446" y="397"/>
                  </a:lnTo>
                  <a:close/>
                  <a:moveTo>
                    <a:pt x="4869" y="592"/>
                  </a:moveTo>
                  <a:lnTo>
                    <a:pt x="4829" y="319"/>
                  </a:lnTo>
                  <a:lnTo>
                    <a:pt x="4828" y="319"/>
                  </a:lnTo>
                  <a:lnTo>
                    <a:pt x="4789" y="592"/>
                  </a:lnTo>
                  <a:lnTo>
                    <a:pt x="4869" y="592"/>
                  </a:lnTo>
                  <a:close/>
                  <a:moveTo>
                    <a:pt x="4921" y="208"/>
                  </a:moveTo>
                  <a:lnTo>
                    <a:pt x="5058" y="829"/>
                  </a:lnTo>
                  <a:lnTo>
                    <a:pt x="4911" y="829"/>
                  </a:lnTo>
                  <a:lnTo>
                    <a:pt x="4889" y="704"/>
                  </a:lnTo>
                  <a:lnTo>
                    <a:pt x="4775" y="704"/>
                  </a:lnTo>
                  <a:lnTo>
                    <a:pt x="4756" y="829"/>
                  </a:lnTo>
                  <a:lnTo>
                    <a:pt x="4607" y="829"/>
                  </a:lnTo>
                  <a:lnTo>
                    <a:pt x="4742" y="208"/>
                  </a:lnTo>
                  <a:lnTo>
                    <a:pt x="4921" y="208"/>
                  </a:lnTo>
                  <a:close/>
                  <a:moveTo>
                    <a:pt x="4194" y="208"/>
                  </a:moveTo>
                  <a:lnTo>
                    <a:pt x="4194" y="325"/>
                  </a:lnTo>
                  <a:lnTo>
                    <a:pt x="3996" y="325"/>
                  </a:lnTo>
                  <a:lnTo>
                    <a:pt x="3996" y="829"/>
                  </a:lnTo>
                  <a:lnTo>
                    <a:pt x="3847" y="829"/>
                  </a:lnTo>
                  <a:lnTo>
                    <a:pt x="3847" y="208"/>
                  </a:lnTo>
                  <a:lnTo>
                    <a:pt x="4194" y="208"/>
                  </a:lnTo>
                  <a:close/>
                  <a:moveTo>
                    <a:pt x="3081" y="208"/>
                  </a:moveTo>
                  <a:lnTo>
                    <a:pt x="3081" y="362"/>
                  </a:lnTo>
                  <a:cubicBezTo>
                    <a:pt x="3081" y="430"/>
                    <a:pt x="3062" y="529"/>
                    <a:pt x="3059" y="598"/>
                  </a:cubicBezTo>
                  <a:lnTo>
                    <a:pt x="3060" y="598"/>
                  </a:lnTo>
                  <a:lnTo>
                    <a:pt x="3186" y="208"/>
                  </a:lnTo>
                  <a:lnTo>
                    <a:pt x="3329" y="208"/>
                  </a:lnTo>
                  <a:lnTo>
                    <a:pt x="3329" y="829"/>
                  </a:lnTo>
                  <a:lnTo>
                    <a:pt x="3186" y="829"/>
                  </a:lnTo>
                  <a:lnTo>
                    <a:pt x="3186" y="684"/>
                  </a:lnTo>
                  <a:cubicBezTo>
                    <a:pt x="3186" y="618"/>
                    <a:pt x="3207" y="516"/>
                    <a:pt x="3213" y="451"/>
                  </a:cubicBezTo>
                  <a:lnTo>
                    <a:pt x="3213" y="451"/>
                  </a:lnTo>
                  <a:lnTo>
                    <a:pt x="3084" y="829"/>
                  </a:lnTo>
                  <a:lnTo>
                    <a:pt x="2938" y="829"/>
                  </a:lnTo>
                  <a:lnTo>
                    <a:pt x="2938" y="208"/>
                  </a:lnTo>
                  <a:lnTo>
                    <a:pt x="3081" y="208"/>
                  </a:lnTo>
                  <a:close/>
                  <a:moveTo>
                    <a:pt x="2173" y="208"/>
                  </a:moveTo>
                  <a:lnTo>
                    <a:pt x="2173" y="362"/>
                  </a:lnTo>
                  <a:cubicBezTo>
                    <a:pt x="2173" y="430"/>
                    <a:pt x="2154" y="529"/>
                    <a:pt x="2151" y="598"/>
                  </a:cubicBezTo>
                  <a:lnTo>
                    <a:pt x="2151" y="598"/>
                  </a:lnTo>
                  <a:lnTo>
                    <a:pt x="2278" y="208"/>
                  </a:lnTo>
                  <a:lnTo>
                    <a:pt x="2420" y="208"/>
                  </a:lnTo>
                  <a:lnTo>
                    <a:pt x="2420" y="829"/>
                  </a:lnTo>
                  <a:lnTo>
                    <a:pt x="2278" y="829"/>
                  </a:lnTo>
                  <a:lnTo>
                    <a:pt x="2278" y="684"/>
                  </a:lnTo>
                  <a:cubicBezTo>
                    <a:pt x="2278" y="618"/>
                    <a:pt x="2298" y="516"/>
                    <a:pt x="2305" y="451"/>
                  </a:cubicBezTo>
                  <a:lnTo>
                    <a:pt x="2305" y="451"/>
                  </a:lnTo>
                  <a:lnTo>
                    <a:pt x="2176" y="829"/>
                  </a:lnTo>
                  <a:lnTo>
                    <a:pt x="2030" y="829"/>
                  </a:lnTo>
                  <a:lnTo>
                    <a:pt x="2030" y="208"/>
                  </a:lnTo>
                  <a:lnTo>
                    <a:pt x="2173" y="208"/>
                  </a:lnTo>
                  <a:close/>
                  <a:moveTo>
                    <a:pt x="1265" y="447"/>
                  </a:moveTo>
                  <a:lnTo>
                    <a:pt x="1363" y="447"/>
                  </a:lnTo>
                  <a:lnTo>
                    <a:pt x="1363" y="208"/>
                  </a:lnTo>
                  <a:lnTo>
                    <a:pt x="1512" y="208"/>
                  </a:lnTo>
                  <a:lnTo>
                    <a:pt x="1512" y="829"/>
                  </a:lnTo>
                  <a:lnTo>
                    <a:pt x="1363" y="829"/>
                  </a:lnTo>
                  <a:lnTo>
                    <a:pt x="1363" y="565"/>
                  </a:lnTo>
                  <a:lnTo>
                    <a:pt x="1265" y="565"/>
                  </a:lnTo>
                  <a:lnTo>
                    <a:pt x="1265" y="829"/>
                  </a:lnTo>
                  <a:lnTo>
                    <a:pt x="1115" y="829"/>
                  </a:lnTo>
                  <a:lnTo>
                    <a:pt x="1115" y="208"/>
                  </a:lnTo>
                  <a:lnTo>
                    <a:pt x="1265" y="208"/>
                  </a:lnTo>
                  <a:lnTo>
                    <a:pt x="1265" y="447"/>
                  </a:lnTo>
                  <a:close/>
                  <a:moveTo>
                    <a:pt x="351" y="447"/>
                  </a:moveTo>
                  <a:lnTo>
                    <a:pt x="395" y="447"/>
                  </a:lnTo>
                  <a:cubicBezTo>
                    <a:pt x="437" y="447"/>
                    <a:pt x="454" y="426"/>
                    <a:pt x="454" y="377"/>
                  </a:cubicBezTo>
                  <a:cubicBezTo>
                    <a:pt x="454" y="341"/>
                    <a:pt x="437" y="319"/>
                    <a:pt x="395" y="319"/>
                  </a:cubicBezTo>
                  <a:lnTo>
                    <a:pt x="351" y="319"/>
                  </a:lnTo>
                  <a:lnTo>
                    <a:pt x="351" y="447"/>
                  </a:lnTo>
                  <a:close/>
                  <a:moveTo>
                    <a:pt x="206" y="208"/>
                  </a:moveTo>
                  <a:lnTo>
                    <a:pt x="445" y="208"/>
                  </a:lnTo>
                  <a:cubicBezTo>
                    <a:pt x="518" y="208"/>
                    <a:pt x="598" y="252"/>
                    <a:pt x="598" y="363"/>
                  </a:cubicBezTo>
                  <a:cubicBezTo>
                    <a:pt x="598" y="448"/>
                    <a:pt x="546" y="488"/>
                    <a:pt x="513" y="495"/>
                  </a:cubicBezTo>
                  <a:cubicBezTo>
                    <a:pt x="571" y="519"/>
                    <a:pt x="604" y="559"/>
                    <a:pt x="604" y="645"/>
                  </a:cubicBezTo>
                  <a:cubicBezTo>
                    <a:pt x="604" y="761"/>
                    <a:pt x="542" y="829"/>
                    <a:pt x="415" y="829"/>
                  </a:cubicBezTo>
                  <a:lnTo>
                    <a:pt x="206" y="829"/>
                  </a:lnTo>
                  <a:lnTo>
                    <a:pt x="206" y="2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" name="Текст 2"/>
          <p:cNvSpPr>
            <a:spLocks noGrp="1"/>
          </p:cNvSpPr>
          <p:nvPr>
            <p:ph type="body" sz="quarter" idx="12" hasCustomPrompt="1"/>
          </p:nvPr>
        </p:nvSpPr>
        <p:spPr>
          <a:xfrm>
            <a:off x="2243138" y="4724400"/>
            <a:ext cx="9182100" cy="2821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indent="0">
              <a:lnSpc>
                <a:spcPts val="2200"/>
              </a:lnSpc>
              <a:spcBef>
                <a:spcPts val="0"/>
              </a:spcBef>
              <a:defRPr sz="2000"/>
            </a:lvl1pPr>
          </a:lstStyle>
          <a:p>
            <a:pPr lvl="0"/>
            <a:r>
              <a:rPr lang="ru-RU" dirty="0"/>
              <a:t>Фамилия Имя Отчество</a:t>
            </a:r>
          </a:p>
        </p:txBody>
      </p:sp>
      <p:sp>
        <p:nvSpPr>
          <p:cNvPr id="17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2243138" y="5009704"/>
            <a:ext cx="9182100" cy="329184"/>
          </a:xfrm>
          <a:prstGeom prst="rect">
            <a:avLst/>
          </a:prstGeom>
        </p:spPr>
        <p:txBody>
          <a:bodyPr wrap="square" lIns="0" tIns="72000" rIns="0" bIns="0">
            <a:spAutoFit/>
          </a:bodyPr>
          <a:lstStyle>
            <a:lvl1pPr indent="0">
              <a:lnSpc>
                <a:spcPts val="2000"/>
              </a:lnSpc>
              <a:spcBef>
                <a:spcPts val="0"/>
              </a:spcBef>
              <a:defRPr sz="1800" b="0"/>
            </a:lvl1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4" name="Полилиния 23"/>
          <p:cNvSpPr/>
          <p:nvPr/>
        </p:nvSpPr>
        <p:spPr>
          <a:xfrm>
            <a:off x="0" y="1268414"/>
            <a:ext cx="10056814" cy="3132136"/>
          </a:xfrm>
          <a:custGeom>
            <a:avLst/>
            <a:gdLst>
              <a:gd name="connsiteX0" fmla="*/ 0 w 10430380"/>
              <a:gd name="connsiteY0" fmla="*/ 0 h 3132136"/>
              <a:gd name="connsiteX1" fmla="*/ 10158009 w 10430380"/>
              <a:gd name="connsiteY1" fmla="*/ 0 h 3132136"/>
              <a:gd name="connsiteX2" fmla="*/ 10430380 w 10430380"/>
              <a:gd name="connsiteY2" fmla="*/ 272371 h 3132136"/>
              <a:gd name="connsiteX3" fmla="*/ 10430380 w 10430380"/>
              <a:gd name="connsiteY3" fmla="*/ 3132136 h 3132136"/>
              <a:gd name="connsiteX4" fmla="*/ 0 w 10430380"/>
              <a:gd name="connsiteY4" fmla="*/ 3132136 h 3132136"/>
              <a:gd name="connsiteX5" fmla="*/ 0 w 10430380"/>
              <a:gd name="connsiteY5" fmla="*/ 0 h 3132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430380" h="3132136">
                <a:moveTo>
                  <a:pt x="0" y="0"/>
                </a:moveTo>
                <a:lnTo>
                  <a:pt x="10158009" y="0"/>
                </a:lnTo>
                <a:lnTo>
                  <a:pt x="10430380" y="272371"/>
                </a:lnTo>
                <a:lnTo>
                  <a:pt x="10430380" y="3132136"/>
                </a:lnTo>
                <a:lnTo>
                  <a:pt x="0" y="3132136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algn="ctr" rotWithShape="0">
              <a:srgbClr val="00206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eaLnBrk="1" hangingPunct="1"/>
            <a:endParaRPr lang="en-US" sz="1000">
              <a:solidFill>
                <a:prstClr val="white"/>
              </a:solidFill>
              <a:latin typeface="Arial Narrow" panose="020B0606020202030204" pitchFamily="34" charset="0"/>
            </a:endParaRPr>
          </a:p>
        </p:txBody>
      </p:sp>
      <p:sp>
        <p:nvSpPr>
          <p:cNvPr id="26" name="Текст 2"/>
          <p:cNvSpPr>
            <a:spLocks noGrp="1"/>
          </p:cNvSpPr>
          <p:nvPr>
            <p:ph type="body" sz="quarter" idx="14" hasCustomPrompt="1"/>
          </p:nvPr>
        </p:nvSpPr>
        <p:spPr>
          <a:xfrm>
            <a:off x="2252662" y="1665287"/>
            <a:ext cx="7443788" cy="2339978"/>
          </a:xfrm>
          <a:prstGeom prst="rect">
            <a:avLst/>
          </a:prstGeom>
        </p:spPr>
        <p:txBody>
          <a:bodyPr lIns="0" tIns="0" rIns="0" bIns="72000" anchor="ctr" anchorCtr="0"/>
          <a:lstStyle>
            <a:lvl1pPr indent="0">
              <a:lnSpc>
                <a:spcPts val="4400"/>
              </a:lnSpc>
              <a:spcBef>
                <a:spcPts val="0"/>
              </a:spcBef>
              <a:defRPr sz="4000" b="0" spc="40" baseline="0"/>
            </a:lvl1pPr>
          </a:lstStyle>
          <a:p>
            <a:pPr lvl="0"/>
            <a:r>
              <a:rPr lang="ru-RU" dirty="0"/>
              <a:t>НАЗВАНИЕ ШМУЦТИТУЛА</a:t>
            </a:r>
          </a:p>
        </p:txBody>
      </p:sp>
    </p:spTree>
    <p:extLst>
      <p:ext uri="{BB962C8B-B14F-4D97-AF65-F5344CB8AC3E}">
        <p14:creationId xmlns:p14="http://schemas.microsoft.com/office/powerpoint/2010/main" val="3241463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57">
          <p15:clr>
            <a:srgbClr val="FBAE40"/>
          </p15:clr>
        </p15:guide>
        <p15:guide id="2" orient="horz" pos="1049">
          <p15:clr>
            <a:srgbClr val="FBAE40"/>
          </p15:clr>
        </p15:guide>
        <p15:guide id="3" orient="horz" pos="2523">
          <p15:clr>
            <a:srgbClr val="FBAE40"/>
          </p15:clr>
        </p15:guide>
        <p15:guide id="4" orient="horz" pos="799">
          <p15:clr>
            <a:srgbClr val="FBAE40"/>
          </p15:clr>
        </p15:guide>
        <p15:guide id="5" orient="horz" pos="3339">
          <p15:clr>
            <a:srgbClr val="FBAE40"/>
          </p15:clr>
        </p15:guide>
        <p15:guide id="6" pos="6108">
          <p15:clr>
            <a:srgbClr val="FBAE40"/>
          </p15:clr>
        </p15:guide>
        <p15:guide id="7" pos="6335">
          <p15:clr>
            <a:srgbClr val="FBAE40"/>
          </p15:clr>
        </p15:guide>
        <p15:guide id="8" pos="7197">
          <p15:clr>
            <a:srgbClr val="FBAE40"/>
          </p15:clr>
        </p15:guide>
        <p15:guide id="9" orient="horz" pos="2296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пов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ижний колонтитул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rgbClr val="0079C2"/>
                </a:solidFill>
              </a:defRPr>
            </a:lvl1pPr>
          </a:lstStyle>
          <a:p>
            <a:pPr>
              <a:defRPr/>
            </a:pPr>
            <a:r>
              <a:rPr lang="ru-RU"/>
              <a:t>Введение в </a:t>
            </a:r>
            <a:r>
              <a:rPr lang="en-US"/>
              <a:t>Python</a:t>
            </a:r>
            <a:endParaRPr lang="ru-RU" dirty="0"/>
          </a:p>
        </p:txBody>
      </p:sp>
      <p:sp>
        <p:nvSpPr>
          <p:cNvPr id="4" name="Заголовок 1"/>
          <p:cNvSpPr>
            <a:spLocks noGrp="1"/>
          </p:cNvSpPr>
          <p:nvPr>
            <p:ph type="title"/>
          </p:nvPr>
        </p:nvSpPr>
        <p:spPr bwMode="auto">
          <a:xfrm>
            <a:off x="2246928" y="152400"/>
            <a:ext cx="9681547" cy="8330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ru-RU"/>
              <a:t>Образец заголовка</a:t>
            </a:r>
            <a:endParaRPr lang="ru-RU" altLang="ru-RU" dirty="0"/>
          </a:p>
        </p:txBody>
      </p:sp>
      <p:sp>
        <p:nvSpPr>
          <p:cNvPr id="5" name="Line 15"/>
          <p:cNvSpPr>
            <a:spLocks noChangeShapeType="1"/>
          </p:cNvSpPr>
          <p:nvPr/>
        </p:nvSpPr>
        <p:spPr bwMode="auto">
          <a:xfrm rot="16200000">
            <a:off x="1567877" y="591822"/>
            <a:ext cx="926302" cy="0"/>
          </a:xfrm>
          <a:prstGeom prst="line">
            <a:avLst/>
          </a:prstGeom>
          <a:noFill/>
          <a:ln w="12700">
            <a:solidFill>
              <a:srgbClr val="0079C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0264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Типов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ижний колонтитул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rgbClr val="0079C2"/>
                </a:solidFill>
              </a:defRPr>
            </a:lvl1pPr>
          </a:lstStyle>
          <a:p>
            <a:pPr>
              <a:defRPr/>
            </a:pPr>
            <a:r>
              <a:rPr lang="ru-RU"/>
              <a:t>Введение в </a:t>
            </a:r>
            <a:r>
              <a:rPr lang="en-US"/>
              <a:t>Python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21699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пасибо!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Текст 2"/>
          <p:cNvSpPr>
            <a:spLocks noGrp="1"/>
          </p:cNvSpPr>
          <p:nvPr>
            <p:ph type="body" sz="quarter" idx="12" hasCustomPrompt="1"/>
          </p:nvPr>
        </p:nvSpPr>
        <p:spPr>
          <a:xfrm>
            <a:off x="2243138" y="4724400"/>
            <a:ext cx="9182100" cy="2821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indent="0">
              <a:lnSpc>
                <a:spcPts val="2200"/>
              </a:lnSpc>
              <a:spcBef>
                <a:spcPts val="0"/>
              </a:spcBef>
              <a:defRPr sz="2000"/>
            </a:lvl1pPr>
          </a:lstStyle>
          <a:p>
            <a:pPr lvl="0"/>
            <a:r>
              <a:rPr lang="ru-RU" dirty="0"/>
              <a:t>Фамилия Имя Отчество</a:t>
            </a:r>
          </a:p>
        </p:txBody>
      </p:sp>
      <p:sp>
        <p:nvSpPr>
          <p:cNvPr id="14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2243138" y="5009704"/>
            <a:ext cx="9182100" cy="329184"/>
          </a:xfrm>
          <a:prstGeom prst="rect">
            <a:avLst/>
          </a:prstGeom>
        </p:spPr>
        <p:txBody>
          <a:bodyPr wrap="square" lIns="0" tIns="72000" rIns="0" bIns="0">
            <a:spAutoFit/>
          </a:bodyPr>
          <a:lstStyle>
            <a:lvl1pPr indent="0">
              <a:lnSpc>
                <a:spcPts val="2000"/>
              </a:lnSpc>
              <a:spcBef>
                <a:spcPts val="0"/>
              </a:spcBef>
              <a:defRPr sz="1800" b="0"/>
            </a:lvl1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Полилиния 24"/>
          <p:cNvSpPr/>
          <p:nvPr/>
        </p:nvSpPr>
        <p:spPr>
          <a:xfrm>
            <a:off x="0" y="1268414"/>
            <a:ext cx="10056814" cy="3132136"/>
          </a:xfrm>
          <a:custGeom>
            <a:avLst/>
            <a:gdLst>
              <a:gd name="connsiteX0" fmla="*/ 0 w 10430380"/>
              <a:gd name="connsiteY0" fmla="*/ 0 h 3132136"/>
              <a:gd name="connsiteX1" fmla="*/ 10158009 w 10430380"/>
              <a:gd name="connsiteY1" fmla="*/ 0 h 3132136"/>
              <a:gd name="connsiteX2" fmla="*/ 10430380 w 10430380"/>
              <a:gd name="connsiteY2" fmla="*/ 272371 h 3132136"/>
              <a:gd name="connsiteX3" fmla="*/ 10430380 w 10430380"/>
              <a:gd name="connsiteY3" fmla="*/ 3132136 h 3132136"/>
              <a:gd name="connsiteX4" fmla="*/ 0 w 10430380"/>
              <a:gd name="connsiteY4" fmla="*/ 3132136 h 3132136"/>
              <a:gd name="connsiteX5" fmla="*/ 0 w 10430380"/>
              <a:gd name="connsiteY5" fmla="*/ 0 h 3132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430380" h="3132136">
                <a:moveTo>
                  <a:pt x="0" y="0"/>
                </a:moveTo>
                <a:lnTo>
                  <a:pt x="10158009" y="0"/>
                </a:lnTo>
                <a:lnTo>
                  <a:pt x="10430380" y="272371"/>
                </a:lnTo>
                <a:lnTo>
                  <a:pt x="10430380" y="3132136"/>
                </a:lnTo>
                <a:lnTo>
                  <a:pt x="0" y="3132136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algn="ctr" rotWithShape="0">
              <a:srgbClr val="00206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eaLnBrk="1" hangingPunct="1"/>
            <a:endParaRPr lang="en-US" sz="1000">
              <a:solidFill>
                <a:prstClr val="white"/>
              </a:solidFill>
              <a:latin typeface="Arial Narrow" panose="020B0606020202030204" pitchFamily="34" charset="0"/>
            </a:endParaRPr>
          </a:p>
        </p:txBody>
      </p:sp>
      <p:grpSp>
        <p:nvGrpSpPr>
          <p:cNvPr id="9" name="Группа 8"/>
          <p:cNvGrpSpPr/>
          <p:nvPr/>
        </p:nvGrpSpPr>
        <p:grpSpPr>
          <a:xfrm>
            <a:off x="279018" y="146556"/>
            <a:ext cx="1543569" cy="761494"/>
            <a:chOff x="636588" y="195263"/>
            <a:chExt cx="1071562" cy="528637"/>
          </a:xfrm>
          <a:solidFill>
            <a:srgbClr val="0079C2"/>
          </a:solidFill>
        </p:grpSpPr>
        <p:sp>
          <p:nvSpPr>
            <p:cNvPr id="10" name="Freeform 5"/>
            <p:cNvSpPr>
              <a:spLocks noEditPoints="1"/>
            </p:cNvSpPr>
            <p:nvPr/>
          </p:nvSpPr>
          <p:spPr bwMode="auto">
            <a:xfrm>
              <a:off x="831850" y="195263"/>
              <a:ext cx="107950" cy="334962"/>
            </a:xfrm>
            <a:custGeom>
              <a:avLst/>
              <a:gdLst>
                <a:gd name="T0" fmla="*/ 1 h 2881172"/>
                <a:gd name="T1" fmla="*/ 1468 h 2744"/>
                <a:gd name="T2" fmla="*/ 727 w 891"/>
                <a:gd name="T3" fmla="*/ 1880 h 2744"/>
                <a:gd name="T4" fmla="*/ 677 w 891"/>
                <a:gd name="T5" fmla="*/ 1294 h 2744"/>
                <a:gd name="T6" fmla="*/ 443 w 891"/>
                <a:gd name="T7" fmla="*/ 660 h 2744"/>
                <a:gd name="T8" fmla="*/ 213 w 891"/>
                <a:gd name="T9" fmla="*/ 1292 h 2744"/>
                <a:gd name="T10" fmla="*/ 159 w 891"/>
                <a:gd name="T11" fmla="*/ 1886 h 2744"/>
                <a:gd name="T12" fmla="*/ 121 w 891"/>
                <a:gd name="T13" fmla="*/ 1310 h 2744"/>
                <a:gd name="T14" fmla="*/ 204 w 891"/>
                <a:gd name="T15" fmla="*/ 789 h 2744"/>
                <a:gd name="T16" fmla="*/ 443 w 891"/>
                <a:gd name="T17" fmla="*/ 216 h 2744"/>
                <a:gd name="T18" fmla="*/ 686 w 891"/>
                <a:gd name="T19" fmla="*/ 781 h 2744"/>
                <a:gd name="T20" fmla="*/ 1 h 2881172"/>
                <a:gd name="T21" fmla="*/ 1468 h 2744"/>
                <a:gd name="T22" fmla="*/ 445 w 891"/>
                <a:gd name="T23" fmla="*/ 2644 h 2744"/>
                <a:gd name="T24" fmla="*/ 323 w 891"/>
                <a:gd name="T25" fmla="*/ 2146 h 2744"/>
                <a:gd name="T26" fmla="*/ 447 w 891"/>
                <a:gd name="T27" fmla="*/ 1653 h 2744"/>
                <a:gd name="T28" fmla="*/ 565 w 891"/>
                <a:gd name="T29" fmla="*/ 2125 h 2744"/>
                <a:gd name="T30" fmla="*/ 445 w 891"/>
                <a:gd name="T31" fmla="*/ 2644 h 2744"/>
                <a:gd name="T32" fmla="*/ 799 w 891"/>
                <a:gd name="T33" fmla="*/ 784 h 2744"/>
                <a:gd name="T34" fmla="*/ 445 w 891"/>
                <a:gd name="T35" fmla="*/ 0 h 2744"/>
                <a:gd name="T36" fmla="*/ 117 w 891"/>
                <a:gd name="T37" fmla="*/ 685 h 2744"/>
                <a:gd name="T38" fmla="*/ 35 w 891"/>
                <a:gd name="T39" fmla="*/ 1673 h 2744"/>
                <a:gd name="T40" fmla="*/ 203 w 891"/>
                <a:gd name="T41" fmla="*/ 2307 h 2744"/>
                <a:gd name="T42" fmla="*/ 447 w 891"/>
                <a:gd name="T43" fmla="*/ 2744 h 2744"/>
                <a:gd name="T44" fmla="*/ 849 w 891"/>
                <a:gd name="T45" fmla="*/ 1717 h 2744"/>
                <a:gd name="T46" fmla="*/ 799 w 891"/>
                <a:gd name="T47" fmla="*/ 784 h 27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891" h="2744">
                  <a:moveTo>
                    <a:pt x="773" y="1468"/>
                  </a:moveTo>
                  <a:cubicBezTo>
                    <a:pt x="769" y="1621"/>
                    <a:pt x="751" y="1783"/>
                    <a:pt x="727" y="1880"/>
                  </a:cubicBezTo>
                  <a:cubicBezTo>
                    <a:pt x="736" y="1713"/>
                    <a:pt x="716" y="1478"/>
                    <a:pt x="677" y="1294"/>
                  </a:cubicBezTo>
                  <a:cubicBezTo>
                    <a:pt x="639" y="1110"/>
                    <a:pt x="530" y="802"/>
                    <a:pt x="443" y="660"/>
                  </a:cubicBezTo>
                  <a:cubicBezTo>
                    <a:pt x="363" y="796"/>
                    <a:pt x="264" y="1061"/>
                    <a:pt x="213" y="1292"/>
                  </a:cubicBezTo>
                  <a:cubicBezTo>
                    <a:pt x="161" y="1523"/>
                    <a:pt x="159" y="1802"/>
                    <a:pt x="159" y="1886"/>
                  </a:cubicBezTo>
                  <a:cubicBezTo>
                    <a:pt x="145" y="1815"/>
                    <a:pt x="111" y="1563"/>
                    <a:pt x="121" y="1310"/>
                  </a:cubicBezTo>
                  <a:cubicBezTo>
                    <a:pt x="129" y="1102"/>
                    <a:pt x="177" y="888"/>
                    <a:pt x="204" y="789"/>
                  </a:cubicBezTo>
                  <a:cubicBezTo>
                    <a:pt x="306" y="460"/>
                    <a:pt x="422" y="249"/>
                    <a:pt x="443" y="216"/>
                  </a:cubicBezTo>
                  <a:cubicBezTo>
                    <a:pt x="465" y="249"/>
                    <a:pt x="610" y="508"/>
                    <a:pt x="686" y="781"/>
                  </a:cubicBezTo>
                  <a:cubicBezTo>
                    <a:pt x="761" y="1053"/>
                    <a:pt x="776" y="1314"/>
                    <a:pt x="773" y="1468"/>
                  </a:cubicBezTo>
                  <a:close/>
                  <a:moveTo>
                    <a:pt x="445" y="2644"/>
                  </a:moveTo>
                  <a:cubicBezTo>
                    <a:pt x="400" y="2559"/>
                    <a:pt x="330" y="2397"/>
                    <a:pt x="323" y="2146"/>
                  </a:cubicBezTo>
                  <a:cubicBezTo>
                    <a:pt x="321" y="1904"/>
                    <a:pt x="418" y="1697"/>
                    <a:pt x="447" y="1653"/>
                  </a:cubicBezTo>
                  <a:cubicBezTo>
                    <a:pt x="472" y="1697"/>
                    <a:pt x="555" y="1877"/>
                    <a:pt x="565" y="2125"/>
                  </a:cubicBezTo>
                  <a:cubicBezTo>
                    <a:pt x="572" y="2367"/>
                    <a:pt x="492" y="2557"/>
                    <a:pt x="445" y="2644"/>
                  </a:cubicBezTo>
                  <a:close/>
                  <a:moveTo>
                    <a:pt x="799" y="784"/>
                  </a:moveTo>
                  <a:cubicBezTo>
                    <a:pt x="707" y="381"/>
                    <a:pt x="477" y="54"/>
                    <a:pt x="445" y="0"/>
                  </a:cubicBezTo>
                  <a:cubicBezTo>
                    <a:pt x="395" y="75"/>
                    <a:pt x="211" y="364"/>
                    <a:pt x="117" y="685"/>
                  </a:cubicBezTo>
                  <a:cubicBezTo>
                    <a:pt x="15" y="1043"/>
                    <a:pt x="0" y="1361"/>
                    <a:pt x="35" y="1673"/>
                  </a:cubicBezTo>
                  <a:cubicBezTo>
                    <a:pt x="70" y="1986"/>
                    <a:pt x="203" y="2307"/>
                    <a:pt x="203" y="2307"/>
                  </a:cubicBezTo>
                  <a:cubicBezTo>
                    <a:pt x="273" y="2475"/>
                    <a:pt x="378" y="2655"/>
                    <a:pt x="447" y="2744"/>
                  </a:cubicBezTo>
                  <a:cubicBezTo>
                    <a:pt x="547" y="2614"/>
                    <a:pt x="778" y="2225"/>
                    <a:pt x="849" y="1717"/>
                  </a:cubicBezTo>
                  <a:cubicBezTo>
                    <a:pt x="890" y="1434"/>
                    <a:pt x="891" y="1187"/>
                    <a:pt x="799" y="7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Freeform 6"/>
            <p:cNvSpPr>
              <a:spLocks/>
            </p:cNvSpPr>
            <p:nvPr/>
          </p:nvSpPr>
          <p:spPr bwMode="auto">
            <a:xfrm>
              <a:off x="636588" y="358775"/>
              <a:ext cx="315912" cy="365125"/>
            </a:xfrm>
            <a:custGeom>
              <a:avLst/>
              <a:gdLst>
                <a:gd name="T0" fmla="*/ 2201 w 2597"/>
                <a:gd name="T1" fmla="*/ 1501 h 3002"/>
                <a:gd name="T2" fmla="*/ 1501 w 2597"/>
                <a:gd name="T3" fmla="*/ 1501 h 3002"/>
                <a:gd name="T4" fmla="*/ 1501 w 2597"/>
                <a:gd name="T5" fmla="*/ 1971 h 3002"/>
                <a:gd name="T6" fmla="*/ 1503 w 2597"/>
                <a:gd name="T7" fmla="*/ 1969 h 3002"/>
                <a:gd name="T8" fmla="*/ 2100 w 2597"/>
                <a:gd name="T9" fmla="*/ 1969 h 3002"/>
                <a:gd name="T10" fmla="*/ 2100 w 2597"/>
                <a:gd name="T11" fmla="*/ 2566 h 3002"/>
                <a:gd name="T12" fmla="*/ 2098 w 2597"/>
                <a:gd name="T13" fmla="*/ 2568 h 3002"/>
                <a:gd name="T14" fmla="*/ 2098 w 2597"/>
                <a:gd name="T15" fmla="*/ 2568 h 3002"/>
                <a:gd name="T16" fmla="*/ 2096 w 2597"/>
                <a:gd name="T17" fmla="*/ 2570 h 3002"/>
                <a:gd name="T18" fmla="*/ 1501 w 2597"/>
                <a:gd name="T19" fmla="*/ 2815 h 3002"/>
                <a:gd name="T20" fmla="*/ 905 w 2597"/>
                <a:gd name="T21" fmla="*/ 2568 h 3002"/>
                <a:gd name="T22" fmla="*/ 802 w 2597"/>
                <a:gd name="T23" fmla="*/ 1501 h 3002"/>
                <a:gd name="T24" fmla="*/ 905 w 2597"/>
                <a:gd name="T25" fmla="*/ 1375 h 3002"/>
                <a:gd name="T26" fmla="*/ 1501 w 2597"/>
                <a:gd name="T27" fmla="*/ 1129 h 3002"/>
                <a:gd name="T28" fmla="*/ 1501 w 2597"/>
                <a:gd name="T29" fmla="*/ 0 h 3002"/>
                <a:gd name="T30" fmla="*/ 0 w 2597"/>
                <a:gd name="T31" fmla="*/ 1501 h 3002"/>
                <a:gd name="T32" fmla="*/ 1501 w 2597"/>
                <a:gd name="T33" fmla="*/ 3002 h 3002"/>
                <a:gd name="T34" fmla="*/ 2597 w 2597"/>
                <a:gd name="T35" fmla="*/ 2527 h 3002"/>
                <a:gd name="T36" fmla="*/ 2597 w 2597"/>
                <a:gd name="T37" fmla="*/ 1501 h 3002"/>
                <a:gd name="T38" fmla="*/ 2201 w 2597"/>
                <a:gd name="T39" fmla="*/ 1501 h 30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597" h="3002">
                  <a:moveTo>
                    <a:pt x="2201" y="1501"/>
                  </a:moveTo>
                  <a:lnTo>
                    <a:pt x="1501" y="1501"/>
                  </a:lnTo>
                  <a:lnTo>
                    <a:pt x="1501" y="1971"/>
                  </a:lnTo>
                  <a:cubicBezTo>
                    <a:pt x="1502" y="1970"/>
                    <a:pt x="1503" y="1969"/>
                    <a:pt x="1503" y="1969"/>
                  </a:cubicBezTo>
                  <a:cubicBezTo>
                    <a:pt x="1668" y="1804"/>
                    <a:pt x="1935" y="1804"/>
                    <a:pt x="2100" y="1969"/>
                  </a:cubicBezTo>
                  <a:cubicBezTo>
                    <a:pt x="2265" y="2133"/>
                    <a:pt x="2265" y="2401"/>
                    <a:pt x="2100" y="2566"/>
                  </a:cubicBezTo>
                  <a:cubicBezTo>
                    <a:pt x="2100" y="2566"/>
                    <a:pt x="2099" y="2567"/>
                    <a:pt x="2098" y="2568"/>
                  </a:cubicBezTo>
                  <a:cubicBezTo>
                    <a:pt x="2098" y="2568"/>
                    <a:pt x="2098" y="2568"/>
                    <a:pt x="2098" y="2568"/>
                  </a:cubicBezTo>
                  <a:cubicBezTo>
                    <a:pt x="2097" y="2568"/>
                    <a:pt x="2096" y="2569"/>
                    <a:pt x="2096" y="2570"/>
                  </a:cubicBezTo>
                  <a:cubicBezTo>
                    <a:pt x="1931" y="2733"/>
                    <a:pt x="1716" y="2815"/>
                    <a:pt x="1501" y="2815"/>
                  </a:cubicBezTo>
                  <a:cubicBezTo>
                    <a:pt x="1286" y="2815"/>
                    <a:pt x="1070" y="2733"/>
                    <a:pt x="905" y="2568"/>
                  </a:cubicBezTo>
                  <a:cubicBezTo>
                    <a:pt x="615" y="2278"/>
                    <a:pt x="581" y="1829"/>
                    <a:pt x="802" y="1501"/>
                  </a:cubicBezTo>
                  <a:cubicBezTo>
                    <a:pt x="832" y="1457"/>
                    <a:pt x="866" y="1415"/>
                    <a:pt x="905" y="1375"/>
                  </a:cubicBezTo>
                  <a:cubicBezTo>
                    <a:pt x="1070" y="1211"/>
                    <a:pt x="1286" y="1129"/>
                    <a:pt x="1501" y="1129"/>
                  </a:cubicBezTo>
                  <a:lnTo>
                    <a:pt x="1501" y="0"/>
                  </a:lnTo>
                  <a:cubicBezTo>
                    <a:pt x="672" y="0"/>
                    <a:pt x="0" y="672"/>
                    <a:pt x="0" y="1501"/>
                  </a:cubicBezTo>
                  <a:cubicBezTo>
                    <a:pt x="0" y="2330"/>
                    <a:pt x="672" y="3002"/>
                    <a:pt x="1501" y="3002"/>
                  </a:cubicBezTo>
                  <a:cubicBezTo>
                    <a:pt x="1934" y="3002"/>
                    <a:pt x="2323" y="2820"/>
                    <a:pt x="2597" y="2527"/>
                  </a:cubicBezTo>
                  <a:lnTo>
                    <a:pt x="2597" y="1501"/>
                  </a:lnTo>
                  <a:lnTo>
                    <a:pt x="2201" y="15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Freeform 7"/>
            <p:cNvSpPr>
              <a:spLocks/>
            </p:cNvSpPr>
            <p:nvPr/>
          </p:nvSpPr>
          <p:spPr bwMode="auto">
            <a:xfrm>
              <a:off x="974725" y="358775"/>
              <a:ext cx="69850" cy="182562"/>
            </a:xfrm>
            <a:custGeom>
              <a:avLst/>
              <a:gdLst>
                <a:gd name="T0" fmla="*/ 0 w 572"/>
                <a:gd name="T1" fmla="*/ 0 h 1501"/>
                <a:gd name="T2" fmla="*/ 572 w 572"/>
                <a:gd name="T3" fmla="*/ 0 h 1501"/>
                <a:gd name="T4" fmla="*/ 572 w 572"/>
                <a:gd name="T5" fmla="*/ 186 h 1501"/>
                <a:gd name="T6" fmla="*/ 300 w 572"/>
                <a:gd name="T7" fmla="*/ 186 h 1501"/>
                <a:gd name="T8" fmla="*/ 300 w 572"/>
                <a:gd name="T9" fmla="*/ 1501 h 1501"/>
                <a:gd name="T10" fmla="*/ 0 w 572"/>
                <a:gd name="T11" fmla="*/ 1501 h 1501"/>
                <a:gd name="T12" fmla="*/ 0 w 572"/>
                <a:gd name="T13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72" h="1501">
                  <a:moveTo>
                    <a:pt x="0" y="0"/>
                  </a:moveTo>
                  <a:lnTo>
                    <a:pt x="572" y="0"/>
                  </a:lnTo>
                  <a:lnTo>
                    <a:pt x="572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 8"/>
            <p:cNvSpPr>
              <a:spLocks noEditPoints="1"/>
            </p:cNvSpPr>
            <p:nvPr/>
          </p:nvSpPr>
          <p:spPr bwMode="auto">
            <a:xfrm>
              <a:off x="1042988" y="358775"/>
              <a:ext cx="95250" cy="182562"/>
            </a:xfrm>
            <a:custGeom>
              <a:avLst/>
              <a:gdLst>
                <a:gd name="T0" fmla="*/ 0 w 785"/>
                <a:gd name="T1" fmla="*/ 1501 h 1501"/>
                <a:gd name="T2" fmla="*/ 294 w 785"/>
                <a:gd name="T3" fmla="*/ 1501 h 1501"/>
                <a:gd name="T4" fmla="*/ 322 w 785"/>
                <a:gd name="T5" fmla="*/ 1102 h 1501"/>
                <a:gd name="T6" fmla="*/ 463 w 785"/>
                <a:gd name="T7" fmla="*/ 1102 h 1501"/>
                <a:gd name="T8" fmla="*/ 491 w 785"/>
                <a:gd name="T9" fmla="*/ 1501 h 1501"/>
                <a:gd name="T10" fmla="*/ 785 w 785"/>
                <a:gd name="T11" fmla="*/ 1501 h 1501"/>
                <a:gd name="T12" fmla="*/ 628 w 785"/>
                <a:gd name="T13" fmla="*/ 0 h 1501"/>
                <a:gd name="T14" fmla="*/ 157 w 785"/>
                <a:gd name="T15" fmla="*/ 0 h 1501"/>
                <a:gd name="T16" fmla="*/ 0 w 785"/>
                <a:gd name="T17" fmla="*/ 1501 h 1501"/>
                <a:gd name="T18" fmla="*/ 332 w 785"/>
                <a:gd name="T19" fmla="*/ 937 h 1501"/>
                <a:gd name="T20" fmla="*/ 384 w 785"/>
                <a:gd name="T21" fmla="*/ 186 h 1501"/>
                <a:gd name="T22" fmla="*/ 401 w 785"/>
                <a:gd name="T23" fmla="*/ 186 h 1501"/>
                <a:gd name="T24" fmla="*/ 453 w 785"/>
                <a:gd name="T25" fmla="*/ 937 h 1501"/>
                <a:gd name="T26" fmla="*/ 332 w 785"/>
                <a:gd name="T27" fmla="*/ 937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85" h="1501">
                  <a:moveTo>
                    <a:pt x="0" y="1501"/>
                  </a:moveTo>
                  <a:lnTo>
                    <a:pt x="294" y="1501"/>
                  </a:lnTo>
                  <a:lnTo>
                    <a:pt x="322" y="1102"/>
                  </a:lnTo>
                  <a:lnTo>
                    <a:pt x="463" y="1102"/>
                  </a:lnTo>
                  <a:lnTo>
                    <a:pt x="491" y="1501"/>
                  </a:lnTo>
                  <a:lnTo>
                    <a:pt x="785" y="1501"/>
                  </a:lnTo>
                  <a:lnTo>
                    <a:pt x="628" y="0"/>
                  </a:lnTo>
                  <a:lnTo>
                    <a:pt x="157" y="0"/>
                  </a:lnTo>
                  <a:lnTo>
                    <a:pt x="0" y="1501"/>
                  </a:lnTo>
                  <a:close/>
                  <a:moveTo>
                    <a:pt x="332" y="937"/>
                  </a:moveTo>
                  <a:lnTo>
                    <a:pt x="384" y="186"/>
                  </a:lnTo>
                  <a:lnTo>
                    <a:pt x="401" y="186"/>
                  </a:lnTo>
                  <a:lnTo>
                    <a:pt x="453" y="937"/>
                  </a:lnTo>
                  <a:lnTo>
                    <a:pt x="332" y="9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 9"/>
            <p:cNvSpPr>
              <a:spLocks/>
            </p:cNvSpPr>
            <p:nvPr/>
          </p:nvSpPr>
          <p:spPr bwMode="auto">
            <a:xfrm>
              <a:off x="1150938" y="358775"/>
              <a:ext cx="84137" cy="182562"/>
            </a:xfrm>
            <a:custGeom>
              <a:avLst/>
              <a:gdLst>
                <a:gd name="T0" fmla="*/ 300 w 695"/>
                <a:gd name="T1" fmla="*/ 975 h 1501"/>
                <a:gd name="T2" fmla="*/ 300 w 695"/>
                <a:gd name="T3" fmla="*/ 1258 h 1501"/>
                <a:gd name="T4" fmla="*/ 347 w 695"/>
                <a:gd name="T5" fmla="*/ 1307 h 1501"/>
                <a:gd name="T6" fmla="*/ 395 w 695"/>
                <a:gd name="T7" fmla="*/ 1258 h 1501"/>
                <a:gd name="T8" fmla="*/ 395 w 695"/>
                <a:gd name="T9" fmla="*/ 909 h 1501"/>
                <a:gd name="T10" fmla="*/ 275 w 695"/>
                <a:gd name="T11" fmla="*/ 810 h 1501"/>
                <a:gd name="T12" fmla="*/ 152 w 695"/>
                <a:gd name="T13" fmla="*/ 810 h 1501"/>
                <a:gd name="T14" fmla="*/ 152 w 695"/>
                <a:gd name="T15" fmla="*/ 645 h 1501"/>
                <a:gd name="T16" fmla="*/ 279 w 695"/>
                <a:gd name="T17" fmla="*/ 645 h 1501"/>
                <a:gd name="T18" fmla="*/ 395 w 695"/>
                <a:gd name="T19" fmla="*/ 534 h 1501"/>
                <a:gd name="T20" fmla="*/ 395 w 695"/>
                <a:gd name="T21" fmla="*/ 236 h 1501"/>
                <a:gd name="T22" fmla="*/ 347 w 695"/>
                <a:gd name="T23" fmla="*/ 186 h 1501"/>
                <a:gd name="T24" fmla="*/ 300 w 695"/>
                <a:gd name="T25" fmla="*/ 236 h 1501"/>
                <a:gd name="T26" fmla="*/ 300 w 695"/>
                <a:gd name="T27" fmla="*/ 480 h 1501"/>
                <a:gd name="T28" fmla="*/ 0 w 695"/>
                <a:gd name="T29" fmla="*/ 480 h 1501"/>
                <a:gd name="T30" fmla="*/ 0 w 695"/>
                <a:gd name="T31" fmla="*/ 268 h 1501"/>
                <a:gd name="T32" fmla="*/ 223 w 695"/>
                <a:gd name="T33" fmla="*/ 0 h 1501"/>
                <a:gd name="T34" fmla="*/ 472 w 695"/>
                <a:gd name="T35" fmla="*/ 0 h 1501"/>
                <a:gd name="T36" fmla="*/ 695 w 695"/>
                <a:gd name="T37" fmla="*/ 268 h 1501"/>
                <a:gd name="T38" fmla="*/ 695 w 695"/>
                <a:gd name="T39" fmla="*/ 508 h 1501"/>
                <a:gd name="T40" fmla="*/ 491 w 695"/>
                <a:gd name="T41" fmla="*/ 712 h 1501"/>
                <a:gd name="T42" fmla="*/ 491 w 695"/>
                <a:gd name="T43" fmla="*/ 727 h 1501"/>
                <a:gd name="T44" fmla="*/ 695 w 695"/>
                <a:gd name="T45" fmla="*/ 930 h 1501"/>
                <a:gd name="T46" fmla="*/ 695 w 695"/>
                <a:gd name="T47" fmla="*/ 1233 h 1501"/>
                <a:gd name="T48" fmla="*/ 472 w 695"/>
                <a:gd name="T49" fmla="*/ 1501 h 1501"/>
                <a:gd name="T50" fmla="*/ 223 w 695"/>
                <a:gd name="T51" fmla="*/ 1501 h 1501"/>
                <a:gd name="T52" fmla="*/ 0 w 695"/>
                <a:gd name="T53" fmla="*/ 1233 h 1501"/>
                <a:gd name="T54" fmla="*/ 0 w 695"/>
                <a:gd name="T55" fmla="*/ 975 h 1501"/>
                <a:gd name="T56" fmla="*/ 300 w 695"/>
                <a:gd name="T57" fmla="*/ 975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695" h="1501">
                  <a:moveTo>
                    <a:pt x="300" y="975"/>
                  </a:moveTo>
                  <a:lnTo>
                    <a:pt x="300" y="1258"/>
                  </a:lnTo>
                  <a:cubicBezTo>
                    <a:pt x="300" y="1297"/>
                    <a:pt x="330" y="1307"/>
                    <a:pt x="347" y="1307"/>
                  </a:cubicBezTo>
                  <a:cubicBezTo>
                    <a:pt x="375" y="1307"/>
                    <a:pt x="395" y="1284"/>
                    <a:pt x="395" y="1258"/>
                  </a:cubicBezTo>
                  <a:lnTo>
                    <a:pt x="395" y="909"/>
                  </a:lnTo>
                  <a:cubicBezTo>
                    <a:pt x="395" y="862"/>
                    <a:pt x="386" y="810"/>
                    <a:pt x="275" y="810"/>
                  </a:cubicBezTo>
                  <a:lnTo>
                    <a:pt x="152" y="810"/>
                  </a:lnTo>
                  <a:lnTo>
                    <a:pt x="152" y="645"/>
                  </a:lnTo>
                  <a:lnTo>
                    <a:pt x="279" y="645"/>
                  </a:lnTo>
                  <a:cubicBezTo>
                    <a:pt x="365" y="645"/>
                    <a:pt x="395" y="626"/>
                    <a:pt x="395" y="534"/>
                  </a:cubicBezTo>
                  <a:lnTo>
                    <a:pt x="395" y="236"/>
                  </a:lnTo>
                  <a:cubicBezTo>
                    <a:pt x="395" y="210"/>
                    <a:pt x="375" y="186"/>
                    <a:pt x="347" y="186"/>
                  </a:cubicBezTo>
                  <a:cubicBezTo>
                    <a:pt x="330" y="186"/>
                    <a:pt x="300" y="197"/>
                    <a:pt x="300" y="236"/>
                  </a:cubicBezTo>
                  <a:lnTo>
                    <a:pt x="300" y="480"/>
                  </a:lnTo>
                  <a:lnTo>
                    <a:pt x="0" y="480"/>
                  </a:lnTo>
                  <a:lnTo>
                    <a:pt x="0" y="268"/>
                  </a:lnTo>
                  <a:cubicBezTo>
                    <a:pt x="0" y="163"/>
                    <a:pt x="13" y="0"/>
                    <a:pt x="223" y="0"/>
                  </a:cubicBezTo>
                  <a:lnTo>
                    <a:pt x="472" y="0"/>
                  </a:lnTo>
                  <a:cubicBezTo>
                    <a:pt x="682" y="0"/>
                    <a:pt x="695" y="163"/>
                    <a:pt x="695" y="268"/>
                  </a:cubicBezTo>
                  <a:lnTo>
                    <a:pt x="695" y="508"/>
                  </a:lnTo>
                  <a:cubicBezTo>
                    <a:pt x="695" y="671"/>
                    <a:pt x="581" y="716"/>
                    <a:pt x="491" y="712"/>
                  </a:cubicBezTo>
                  <a:lnTo>
                    <a:pt x="491" y="727"/>
                  </a:lnTo>
                  <a:cubicBezTo>
                    <a:pt x="693" y="723"/>
                    <a:pt x="695" y="877"/>
                    <a:pt x="695" y="930"/>
                  </a:cubicBezTo>
                  <a:lnTo>
                    <a:pt x="695" y="1233"/>
                  </a:lnTo>
                  <a:cubicBezTo>
                    <a:pt x="695" y="1338"/>
                    <a:pt x="682" y="1501"/>
                    <a:pt x="472" y="1501"/>
                  </a:cubicBezTo>
                  <a:lnTo>
                    <a:pt x="223" y="1501"/>
                  </a:lnTo>
                  <a:cubicBezTo>
                    <a:pt x="13" y="1501"/>
                    <a:pt x="0" y="1338"/>
                    <a:pt x="0" y="1233"/>
                  </a:cubicBezTo>
                  <a:lnTo>
                    <a:pt x="0" y="975"/>
                  </a:lnTo>
                  <a:lnTo>
                    <a:pt x="300" y="9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" name="Freeform 10"/>
            <p:cNvSpPr>
              <a:spLocks/>
            </p:cNvSpPr>
            <p:nvPr/>
          </p:nvSpPr>
          <p:spPr bwMode="auto">
            <a:xfrm>
              <a:off x="1254125" y="358775"/>
              <a:ext cx="84137" cy="182562"/>
            </a:xfrm>
            <a:custGeom>
              <a:avLst/>
              <a:gdLst>
                <a:gd name="T0" fmla="*/ 0 w 694"/>
                <a:gd name="T1" fmla="*/ 0 h 1501"/>
                <a:gd name="T2" fmla="*/ 694 w 694"/>
                <a:gd name="T3" fmla="*/ 0 h 1501"/>
                <a:gd name="T4" fmla="*/ 694 w 694"/>
                <a:gd name="T5" fmla="*/ 1501 h 1501"/>
                <a:gd name="T6" fmla="*/ 394 w 694"/>
                <a:gd name="T7" fmla="*/ 1501 h 1501"/>
                <a:gd name="T8" fmla="*/ 394 w 694"/>
                <a:gd name="T9" fmla="*/ 186 h 1501"/>
                <a:gd name="T10" fmla="*/ 300 w 694"/>
                <a:gd name="T11" fmla="*/ 186 h 1501"/>
                <a:gd name="T12" fmla="*/ 300 w 694"/>
                <a:gd name="T13" fmla="*/ 1501 h 1501"/>
                <a:gd name="T14" fmla="*/ 0 w 694"/>
                <a:gd name="T15" fmla="*/ 1501 h 1501"/>
                <a:gd name="T16" fmla="*/ 0 w 694"/>
                <a:gd name="T17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94" h="1501">
                  <a:moveTo>
                    <a:pt x="0" y="0"/>
                  </a:moveTo>
                  <a:lnTo>
                    <a:pt x="694" y="0"/>
                  </a:lnTo>
                  <a:lnTo>
                    <a:pt x="694" y="1501"/>
                  </a:lnTo>
                  <a:lnTo>
                    <a:pt x="394" y="1501"/>
                  </a:lnTo>
                  <a:lnTo>
                    <a:pt x="394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Freeform 11"/>
            <p:cNvSpPr>
              <a:spLocks noEditPoints="1"/>
            </p:cNvSpPr>
            <p:nvPr/>
          </p:nvSpPr>
          <p:spPr bwMode="auto">
            <a:xfrm>
              <a:off x="1360488" y="358775"/>
              <a:ext cx="84137" cy="182562"/>
            </a:xfrm>
            <a:custGeom>
              <a:avLst/>
              <a:gdLst>
                <a:gd name="T0" fmla="*/ 0 w 694"/>
                <a:gd name="T1" fmla="*/ 1501 h 1501"/>
                <a:gd name="T2" fmla="*/ 300 w 694"/>
                <a:gd name="T3" fmla="*/ 1501 h 1501"/>
                <a:gd name="T4" fmla="*/ 300 w 694"/>
                <a:gd name="T5" fmla="*/ 990 h 1501"/>
                <a:gd name="T6" fmla="*/ 471 w 694"/>
                <a:gd name="T7" fmla="*/ 990 h 1501"/>
                <a:gd name="T8" fmla="*/ 694 w 694"/>
                <a:gd name="T9" fmla="*/ 723 h 1501"/>
                <a:gd name="T10" fmla="*/ 694 w 694"/>
                <a:gd name="T11" fmla="*/ 268 h 1501"/>
                <a:gd name="T12" fmla="*/ 471 w 694"/>
                <a:gd name="T13" fmla="*/ 0 h 1501"/>
                <a:gd name="T14" fmla="*/ 0 w 694"/>
                <a:gd name="T15" fmla="*/ 0 h 1501"/>
                <a:gd name="T16" fmla="*/ 0 w 694"/>
                <a:gd name="T17" fmla="*/ 1501 h 1501"/>
                <a:gd name="T18" fmla="*/ 300 w 694"/>
                <a:gd name="T19" fmla="*/ 826 h 1501"/>
                <a:gd name="T20" fmla="*/ 300 w 694"/>
                <a:gd name="T21" fmla="*/ 186 h 1501"/>
                <a:gd name="T22" fmla="*/ 338 w 694"/>
                <a:gd name="T23" fmla="*/ 186 h 1501"/>
                <a:gd name="T24" fmla="*/ 394 w 694"/>
                <a:gd name="T25" fmla="*/ 261 h 1501"/>
                <a:gd name="T26" fmla="*/ 394 w 694"/>
                <a:gd name="T27" fmla="*/ 750 h 1501"/>
                <a:gd name="T28" fmla="*/ 338 w 694"/>
                <a:gd name="T29" fmla="*/ 826 h 1501"/>
                <a:gd name="T30" fmla="*/ 300 w 694"/>
                <a:gd name="T31" fmla="*/ 826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4" h="1501">
                  <a:moveTo>
                    <a:pt x="0" y="1501"/>
                  </a:moveTo>
                  <a:lnTo>
                    <a:pt x="300" y="1501"/>
                  </a:lnTo>
                  <a:lnTo>
                    <a:pt x="300" y="990"/>
                  </a:lnTo>
                  <a:lnTo>
                    <a:pt x="471" y="990"/>
                  </a:lnTo>
                  <a:cubicBezTo>
                    <a:pt x="681" y="990"/>
                    <a:pt x="694" y="828"/>
                    <a:pt x="694" y="723"/>
                  </a:cubicBezTo>
                  <a:lnTo>
                    <a:pt x="694" y="268"/>
                  </a:lnTo>
                  <a:cubicBezTo>
                    <a:pt x="694" y="163"/>
                    <a:pt x="681" y="0"/>
                    <a:pt x="471" y="0"/>
                  </a:cubicBezTo>
                  <a:lnTo>
                    <a:pt x="0" y="0"/>
                  </a:lnTo>
                  <a:lnTo>
                    <a:pt x="0" y="1501"/>
                  </a:lnTo>
                  <a:close/>
                  <a:moveTo>
                    <a:pt x="300" y="826"/>
                  </a:moveTo>
                  <a:lnTo>
                    <a:pt x="300" y="186"/>
                  </a:lnTo>
                  <a:lnTo>
                    <a:pt x="338" y="186"/>
                  </a:lnTo>
                  <a:cubicBezTo>
                    <a:pt x="371" y="186"/>
                    <a:pt x="394" y="214"/>
                    <a:pt x="394" y="261"/>
                  </a:cubicBezTo>
                  <a:lnTo>
                    <a:pt x="394" y="750"/>
                  </a:lnTo>
                  <a:cubicBezTo>
                    <a:pt x="394" y="798"/>
                    <a:pt x="371" y="826"/>
                    <a:pt x="338" y="826"/>
                  </a:cubicBezTo>
                  <a:lnTo>
                    <a:pt x="300" y="8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Freeform 12"/>
            <p:cNvSpPr>
              <a:spLocks noEditPoints="1"/>
            </p:cNvSpPr>
            <p:nvPr/>
          </p:nvSpPr>
          <p:spPr bwMode="auto">
            <a:xfrm>
              <a:off x="1462088" y="358775"/>
              <a:ext cx="84137" cy="182562"/>
            </a:xfrm>
            <a:custGeom>
              <a:avLst/>
              <a:gdLst>
                <a:gd name="T0" fmla="*/ 0 w 695"/>
                <a:gd name="T1" fmla="*/ 1233 h 1501"/>
                <a:gd name="T2" fmla="*/ 223 w 695"/>
                <a:gd name="T3" fmla="*/ 1501 h 1501"/>
                <a:gd name="T4" fmla="*/ 472 w 695"/>
                <a:gd name="T5" fmla="*/ 1501 h 1501"/>
                <a:gd name="T6" fmla="*/ 695 w 695"/>
                <a:gd name="T7" fmla="*/ 1233 h 1501"/>
                <a:gd name="T8" fmla="*/ 695 w 695"/>
                <a:gd name="T9" fmla="*/ 268 h 1501"/>
                <a:gd name="T10" fmla="*/ 472 w 695"/>
                <a:gd name="T11" fmla="*/ 0 h 1501"/>
                <a:gd name="T12" fmla="*/ 223 w 695"/>
                <a:gd name="T13" fmla="*/ 0 h 1501"/>
                <a:gd name="T14" fmla="*/ 0 w 695"/>
                <a:gd name="T15" fmla="*/ 268 h 1501"/>
                <a:gd name="T16" fmla="*/ 0 w 695"/>
                <a:gd name="T17" fmla="*/ 1233 h 1501"/>
                <a:gd name="T18" fmla="*/ 394 w 695"/>
                <a:gd name="T19" fmla="*/ 1258 h 1501"/>
                <a:gd name="T20" fmla="*/ 347 w 695"/>
                <a:gd name="T21" fmla="*/ 1307 h 1501"/>
                <a:gd name="T22" fmla="*/ 300 w 695"/>
                <a:gd name="T23" fmla="*/ 1258 h 1501"/>
                <a:gd name="T24" fmla="*/ 300 w 695"/>
                <a:gd name="T25" fmla="*/ 236 h 1501"/>
                <a:gd name="T26" fmla="*/ 347 w 695"/>
                <a:gd name="T27" fmla="*/ 186 h 1501"/>
                <a:gd name="T28" fmla="*/ 394 w 695"/>
                <a:gd name="T29" fmla="*/ 236 h 1501"/>
                <a:gd name="T30" fmla="*/ 394 w 695"/>
                <a:gd name="T31" fmla="*/ 1258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5" h="1501">
                  <a:moveTo>
                    <a:pt x="0" y="1233"/>
                  </a:moveTo>
                  <a:cubicBezTo>
                    <a:pt x="0" y="1338"/>
                    <a:pt x="13" y="1501"/>
                    <a:pt x="223" y="1501"/>
                  </a:cubicBezTo>
                  <a:lnTo>
                    <a:pt x="472" y="1501"/>
                  </a:lnTo>
                  <a:cubicBezTo>
                    <a:pt x="682" y="1501"/>
                    <a:pt x="695" y="1338"/>
                    <a:pt x="695" y="1233"/>
                  </a:cubicBezTo>
                  <a:lnTo>
                    <a:pt x="695" y="268"/>
                  </a:lnTo>
                  <a:cubicBezTo>
                    <a:pt x="695" y="163"/>
                    <a:pt x="682" y="0"/>
                    <a:pt x="472" y="0"/>
                  </a:cubicBezTo>
                  <a:lnTo>
                    <a:pt x="223" y="0"/>
                  </a:lnTo>
                  <a:cubicBezTo>
                    <a:pt x="13" y="0"/>
                    <a:pt x="0" y="163"/>
                    <a:pt x="0" y="268"/>
                  </a:cubicBezTo>
                  <a:lnTo>
                    <a:pt x="0" y="1233"/>
                  </a:lnTo>
                  <a:close/>
                  <a:moveTo>
                    <a:pt x="394" y="1258"/>
                  </a:moveTo>
                  <a:cubicBezTo>
                    <a:pt x="394" y="1284"/>
                    <a:pt x="375" y="1307"/>
                    <a:pt x="347" y="1307"/>
                  </a:cubicBezTo>
                  <a:cubicBezTo>
                    <a:pt x="330" y="1307"/>
                    <a:pt x="300" y="1297"/>
                    <a:pt x="300" y="1258"/>
                  </a:cubicBezTo>
                  <a:lnTo>
                    <a:pt x="300" y="236"/>
                  </a:lnTo>
                  <a:cubicBezTo>
                    <a:pt x="300" y="197"/>
                    <a:pt x="330" y="186"/>
                    <a:pt x="347" y="186"/>
                  </a:cubicBezTo>
                  <a:cubicBezTo>
                    <a:pt x="375" y="186"/>
                    <a:pt x="394" y="210"/>
                    <a:pt x="394" y="236"/>
                  </a:cubicBezTo>
                  <a:lnTo>
                    <a:pt x="394" y="125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Freeform 13"/>
            <p:cNvSpPr>
              <a:spLocks/>
            </p:cNvSpPr>
            <p:nvPr/>
          </p:nvSpPr>
          <p:spPr bwMode="auto">
            <a:xfrm>
              <a:off x="1565275" y="358775"/>
              <a:ext cx="142875" cy="182562"/>
            </a:xfrm>
            <a:custGeom>
              <a:avLst/>
              <a:gdLst>
                <a:gd name="T0" fmla="*/ 780 w 1171"/>
                <a:gd name="T1" fmla="*/ 0 h 1501"/>
                <a:gd name="T2" fmla="*/ 1171 w 1171"/>
                <a:gd name="T3" fmla="*/ 0 h 1501"/>
                <a:gd name="T4" fmla="*/ 1171 w 1171"/>
                <a:gd name="T5" fmla="*/ 1501 h 1501"/>
                <a:gd name="T6" fmla="*/ 870 w 1171"/>
                <a:gd name="T7" fmla="*/ 1501 h 1501"/>
                <a:gd name="T8" fmla="*/ 870 w 1171"/>
                <a:gd name="T9" fmla="*/ 560 h 1501"/>
                <a:gd name="T10" fmla="*/ 860 w 1171"/>
                <a:gd name="T11" fmla="*/ 560 h 1501"/>
                <a:gd name="T12" fmla="*/ 705 w 1171"/>
                <a:gd name="T13" fmla="*/ 1501 h 1501"/>
                <a:gd name="T14" fmla="*/ 465 w 1171"/>
                <a:gd name="T15" fmla="*/ 1501 h 1501"/>
                <a:gd name="T16" fmla="*/ 311 w 1171"/>
                <a:gd name="T17" fmla="*/ 560 h 1501"/>
                <a:gd name="T18" fmla="*/ 300 w 1171"/>
                <a:gd name="T19" fmla="*/ 560 h 1501"/>
                <a:gd name="T20" fmla="*/ 300 w 1171"/>
                <a:gd name="T21" fmla="*/ 1501 h 1501"/>
                <a:gd name="T22" fmla="*/ 0 w 1171"/>
                <a:gd name="T23" fmla="*/ 1501 h 1501"/>
                <a:gd name="T24" fmla="*/ 0 w 1171"/>
                <a:gd name="T25" fmla="*/ 0 h 1501"/>
                <a:gd name="T26" fmla="*/ 390 w 1171"/>
                <a:gd name="T27" fmla="*/ 0 h 1501"/>
                <a:gd name="T28" fmla="*/ 585 w 1171"/>
                <a:gd name="T29" fmla="*/ 1055 h 1501"/>
                <a:gd name="T30" fmla="*/ 780 w 1171"/>
                <a:gd name="T31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171" h="1501">
                  <a:moveTo>
                    <a:pt x="780" y="0"/>
                  </a:moveTo>
                  <a:lnTo>
                    <a:pt x="1171" y="0"/>
                  </a:lnTo>
                  <a:lnTo>
                    <a:pt x="1171" y="1501"/>
                  </a:lnTo>
                  <a:lnTo>
                    <a:pt x="870" y="1501"/>
                  </a:lnTo>
                  <a:lnTo>
                    <a:pt x="870" y="560"/>
                  </a:lnTo>
                  <a:lnTo>
                    <a:pt x="860" y="560"/>
                  </a:lnTo>
                  <a:lnTo>
                    <a:pt x="705" y="1501"/>
                  </a:lnTo>
                  <a:lnTo>
                    <a:pt x="465" y="1501"/>
                  </a:lnTo>
                  <a:lnTo>
                    <a:pt x="311" y="560"/>
                  </a:lnTo>
                  <a:lnTo>
                    <a:pt x="300" y="560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lnTo>
                    <a:pt x="390" y="0"/>
                  </a:lnTo>
                  <a:lnTo>
                    <a:pt x="585" y="1055"/>
                  </a:lnTo>
                  <a:lnTo>
                    <a:pt x="78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" name="Freeform 14"/>
            <p:cNvSpPr>
              <a:spLocks noEditPoints="1"/>
            </p:cNvSpPr>
            <p:nvPr/>
          </p:nvSpPr>
          <p:spPr bwMode="auto">
            <a:xfrm>
              <a:off x="974725" y="598488"/>
              <a:ext cx="733425" cy="125412"/>
            </a:xfrm>
            <a:custGeom>
              <a:avLst/>
              <a:gdLst>
                <a:gd name="T0" fmla="*/ 6025 w 6025"/>
                <a:gd name="T1" fmla="*/ 1034 h 1034"/>
                <a:gd name="T2" fmla="*/ 0 w 6025"/>
                <a:gd name="T3" fmla="*/ 0 h 1034"/>
                <a:gd name="T4" fmla="*/ 351 w 6025"/>
                <a:gd name="T5" fmla="*/ 717 h 1034"/>
                <a:gd name="T6" fmla="*/ 457 w 6025"/>
                <a:gd name="T7" fmla="*/ 639 h 1034"/>
                <a:gd name="T8" fmla="*/ 351 w 6025"/>
                <a:gd name="T9" fmla="*/ 559 h 1034"/>
                <a:gd name="T10" fmla="*/ 5446 w 6025"/>
                <a:gd name="T11" fmla="*/ 397 h 1034"/>
                <a:gd name="T12" fmla="*/ 5818 w 6025"/>
                <a:gd name="T13" fmla="*/ 358 h 1034"/>
                <a:gd name="T14" fmla="*/ 5732 w 6025"/>
                <a:gd name="T15" fmla="*/ 502 h 1034"/>
                <a:gd name="T16" fmla="*/ 5642 w 6025"/>
                <a:gd name="T17" fmla="*/ 843 h 1034"/>
                <a:gd name="T18" fmla="*/ 5583 w 6025"/>
                <a:gd name="T19" fmla="*/ 643 h 1034"/>
                <a:gd name="T20" fmla="*/ 5690 w 6025"/>
                <a:gd name="T21" fmla="*/ 643 h 1034"/>
                <a:gd name="T22" fmla="*/ 5603 w 6025"/>
                <a:gd name="T23" fmla="*/ 561 h 1034"/>
                <a:gd name="T24" fmla="*/ 5639 w 6025"/>
                <a:gd name="T25" fmla="*/ 450 h 1034"/>
                <a:gd name="T26" fmla="*/ 5633 w 6025"/>
                <a:gd name="T27" fmla="*/ 305 h 1034"/>
                <a:gd name="T28" fmla="*/ 5446 w 6025"/>
                <a:gd name="T29" fmla="*/ 397 h 1034"/>
                <a:gd name="T30" fmla="*/ 4829 w 6025"/>
                <a:gd name="T31" fmla="*/ 319 h 1034"/>
                <a:gd name="T32" fmla="*/ 4789 w 6025"/>
                <a:gd name="T33" fmla="*/ 592 h 1034"/>
                <a:gd name="T34" fmla="*/ 4921 w 6025"/>
                <a:gd name="T35" fmla="*/ 208 h 1034"/>
                <a:gd name="T36" fmla="*/ 4911 w 6025"/>
                <a:gd name="T37" fmla="*/ 829 h 1034"/>
                <a:gd name="T38" fmla="*/ 4775 w 6025"/>
                <a:gd name="T39" fmla="*/ 704 h 1034"/>
                <a:gd name="T40" fmla="*/ 4607 w 6025"/>
                <a:gd name="T41" fmla="*/ 829 h 1034"/>
                <a:gd name="T42" fmla="*/ 4921 w 6025"/>
                <a:gd name="T43" fmla="*/ 208 h 1034"/>
                <a:gd name="T44" fmla="*/ 4194 w 6025"/>
                <a:gd name="T45" fmla="*/ 325 h 1034"/>
                <a:gd name="T46" fmla="*/ 3996 w 6025"/>
                <a:gd name="T47" fmla="*/ 829 h 1034"/>
                <a:gd name="T48" fmla="*/ 3847 w 6025"/>
                <a:gd name="T49" fmla="*/ 208 h 1034"/>
                <a:gd name="T50" fmla="*/ 3081 w 6025"/>
                <a:gd name="T51" fmla="*/ 208 h 1034"/>
                <a:gd name="T52" fmla="*/ 3059 w 6025"/>
                <a:gd name="T53" fmla="*/ 598 h 1034"/>
                <a:gd name="T54" fmla="*/ 3186 w 6025"/>
                <a:gd name="T55" fmla="*/ 208 h 1034"/>
                <a:gd name="T56" fmla="*/ 3329 w 6025"/>
                <a:gd name="T57" fmla="*/ 829 h 1034"/>
                <a:gd name="T58" fmla="*/ 3186 w 6025"/>
                <a:gd name="T59" fmla="*/ 684 h 1034"/>
                <a:gd name="T60" fmla="*/ 3213 w 6025"/>
                <a:gd name="T61" fmla="*/ 451 h 1034"/>
                <a:gd name="T62" fmla="*/ 2938 w 6025"/>
                <a:gd name="T63" fmla="*/ 829 h 1034"/>
                <a:gd name="T64" fmla="*/ 3081 w 6025"/>
                <a:gd name="T65" fmla="*/ 208 h 1034"/>
                <a:gd name="T66" fmla="*/ 2173 w 6025"/>
                <a:gd name="T67" fmla="*/ 362 h 1034"/>
                <a:gd name="T68" fmla="*/ 2151 w 6025"/>
                <a:gd name="T69" fmla="*/ 598 h 1034"/>
                <a:gd name="T70" fmla="*/ 2420 w 6025"/>
                <a:gd name="T71" fmla="*/ 208 h 1034"/>
                <a:gd name="T72" fmla="*/ 2278 w 6025"/>
                <a:gd name="T73" fmla="*/ 829 h 1034"/>
                <a:gd name="T74" fmla="*/ 2305 w 6025"/>
                <a:gd name="T75" fmla="*/ 451 h 1034"/>
                <a:gd name="T76" fmla="*/ 2176 w 6025"/>
                <a:gd name="T77" fmla="*/ 829 h 1034"/>
                <a:gd name="T78" fmla="*/ 2030 w 6025"/>
                <a:gd name="T79" fmla="*/ 208 h 1034"/>
                <a:gd name="T80" fmla="*/ 1265 w 6025"/>
                <a:gd name="T81" fmla="*/ 447 h 1034"/>
                <a:gd name="T82" fmla="*/ 1363 w 6025"/>
                <a:gd name="T83" fmla="*/ 208 h 1034"/>
                <a:gd name="T84" fmla="*/ 1512 w 6025"/>
                <a:gd name="T85" fmla="*/ 829 h 1034"/>
                <a:gd name="T86" fmla="*/ 1363 w 6025"/>
                <a:gd name="T87" fmla="*/ 565 h 1034"/>
                <a:gd name="T88" fmla="*/ 1265 w 6025"/>
                <a:gd name="T89" fmla="*/ 829 h 1034"/>
                <a:gd name="T90" fmla="*/ 1115 w 6025"/>
                <a:gd name="T91" fmla="*/ 208 h 1034"/>
                <a:gd name="T92" fmla="*/ 1265 w 6025"/>
                <a:gd name="T93" fmla="*/ 447 h 1034"/>
                <a:gd name="T94" fmla="*/ 395 w 6025"/>
                <a:gd name="T95" fmla="*/ 447 h 1034"/>
                <a:gd name="T96" fmla="*/ 395 w 6025"/>
                <a:gd name="T97" fmla="*/ 319 h 1034"/>
                <a:gd name="T98" fmla="*/ 351 w 6025"/>
                <a:gd name="T99" fmla="*/ 447 h 1034"/>
                <a:gd name="T100" fmla="*/ 445 w 6025"/>
                <a:gd name="T101" fmla="*/ 208 h 1034"/>
                <a:gd name="T102" fmla="*/ 513 w 6025"/>
                <a:gd name="T103" fmla="*/ 495 h 1034"/>
                <a:gd name="T104" fmla="*/ 415 w 6025"/>
                <a:gd name="T105" fmla="*/ 829 h 1034"/>
                <a:gd name="T106" fmla="*/ 206 w 6025"/>
                <a:gd name="T107" fmla="*/ 208 h 10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6025" h="1034">
                  <a:moveTo>
                    <a:pt x="0" y="1034"/>
                  </a:moveTo>
                  <a:lnTo>
                    <a:pt x="6025" y="1034"/>
                  </a:lnTo>
                  <a:lnTo>
                    <a:pt x="6025" y="0"/>
                  </a:lnTo>
                  <a:lnTo>
                    <a:pt x="0" y="0"/>
                  </a:lnTo>
                  <a:lnTo>
                    <a:pt x="0" y="1034"/>
                  </a:lnTo>
                  <a:close/>
                  <a:moveTo>
                    <a:pt x="351" y="717"/>
                  </a:moveTo>
                  <a:lnTo>
                    <a:pt x="384" y="717"/>
                  </a:lnTo>
                  <a:cubicBezTo>
                    <a:pt x="441" y="717"/>
                    <a:pt x="457" y="695"/>
                    <a:pt x="457" y="639"/>
                  </a:cubicBezTo>
                  <a:cubicBezTo>
                    <a:pt x="457" y="587"/>
                    <a:pt x="441" y="559"/>
                    <a:pt x="388" y="559"/>
                  </a:cubicBezTo>
                  <a:lnTo>
                    <a:pt x="351" y="559"/>
                  </a:lnTo>
                  <a:lnTo>
                    <a:pt x="351" y="717"/>
                  </a:lnTo>
                  <a:close/>
                  <a:moveTo>
                    <a:pt x="5446" y="397"/>
                  </a:moveTo>
                  <a:cubicBezTo>
                    <a:pt x="5446" y="268"/>
                    <a:pt x="5526" y="194"/>
                    <a:pt x="5633" y="194"/>
                  </a:cubicBezTo>
                  <a:cubicBezTo>
                    <a:pt x="5752" y="194"/>
                    <a:pt x="5818" y="271"/>
                    <a:pt x="5818" y="358"/>
                  </a:cubicBezTo>
                  <a:cubicBezTo>
                    <a:pt x="5818" y="435"/>
                    <a:pt x="5793" y="474"/>
                    <a:pt x="5730" y="502"/>
                  </a:cubicBezTo>
                  <a:lnTo>
                    <a:pt x="5732" y="502"/>
                  </a:lnTo>
                  <a:cubicBezTo>
                    <a:pt x="5795" y="525"/>
                    <a:pt x="5840" y="551"/>
                    <a:pt x="5840" y="663"/>
                  </a:cubicBezTo>
                  <a:cubicBezTo>
                    <a:pt x="5840" y="785"/>
                    <a:pt x="5761" y="843"/>
                    <a:pt x="5642" y="843"/>
                  </a:cubicBezTo>
                  <a:cubicBezTo>
                    <a:pt x="5550" y="843"/>
                    <a:pt x="5446" y="803"/>
                    <a:pt x="5446" y="643"/>
                  </a:cubicBezTo>
                  <a:lnTo>
                    <a:pt x="5583" y="643"/>
                  </a:lnTo>
                  <a:cubicBezTo>
                    <a:pt x="5583" y="712"/>
                    <a:pt x="5603" y="732"/>
                    <a:pt x="5636" y="732"/>
                  </a:cubicBezTo>
                  <a:cubicBezTo>
                    <a:pt x="5675" y="732"/>
                    <a:pt x="5690" y="712"/>
                    <a:pt x="5690" y="643"/>
                  </a:cubicBezTo>
                  <a:cubicBezTo>
                    <a:pt x="5690" y="585"/>
                    <a:pt x="5672" y="561"/>
                    <a:pt x="5625" y="561"/>
                  </a:cubicBezTo>
                  <a:lnTo>
                    <a:pt x="5603" y="561"/>
                  </a:lnTo>
                  <a:lnTo>
                    <a:pt x="5603" y="450"/>
                  </a:lnTo>
                  <a:lnTo>
                    <a:pt x="5639" y="450"/>
                  </a:lnTo>
                  <a:cubicBezTo>
                    <a:pt x="5660" y="450"/>
                    <a:pt x="5684" y="426"/>
                    <a:pt x="5684" y="381"/>
                  </a:cubicBezTo>
                  <a:cubicBezTo>
                    <a:pt x="5684" y="335"/>
                    <a:pt x="5669" y="305"/>
                    <a:pt x="5633" y="305"/>
                  </a:cubicBezTo>
                  <a:cubicBezTo>
                    <a:pt x="5595" y="305"/>
                    <a:pt x="5583" y="333"/>
                    <a:pt x="5583" y="397"/>
                  </a:cubicBezTo>
                  <a:lnTo>
                    <a:pt x="5446" y="397"/>
                  </a:lnTo>
                  <a:close/>
                  <a:moveTo>
                    <a:pt x="4869" y="592"/>
                  </a:moveTo>
                  <a:lnTo>
                    <a:pt x="4829" y="319"/>
                  </a:lnTo>
                  <a:lnTo>
                    <a:pt x="4828" y="319"/>
                  </a:lnTo>
                  <a:lnTo>
                    <a:pt x="4789" y="592"/>
                  </a:lnTo>
                  <a:lnTo>
                    <a:pt x="4869" y="592"/>
                  </a:lnTo>
                  <a:close/>
                  <a:moveTo>
                    <a:pt x="4921" y="208"/>
                  </a:moveTo>
                  <a:lnTo>
                    <a:pt x="5058" y="829"/>
                  </a:lnTo>
                  <a:lnTo>
                    <a:pt x="4911" y="829"/>
                  </a:lnTo>
                  <a:lnTo>
                    <a:pt x="4889" y="704"/>
                  </a:lnTo>
                  <a:lnTo>
                    <a:pt x="4775" y="704"/>
                  </a:lnTo>
                  <a:lnTo>
                    <a:pt x="4756" y="829"/>
                  </a:lnTo>
                  <a:lnTo>
                    <a:pt x="4607" y="829"/>
                  </a:lnTo>
                  <a:lnTo>
                    <a:pt x="4742" y="208"/>
                  </a:lnTo>
                  <a:lnTo>
                    <a:pt x="4921" y="208"/>
                  </a:lnTo>
                  <a:close/>
                  <a:moveTo>
                    <a:pt x="4194" y="208"/>
                  </a:moveTo>
                  <a:lnTo>
                    <a:pt x="4194" y="325"/>
                  </a:lnTo>
                  <a:lnTo>
                    <a:pt x="3996" y="325"/>
                  </a:lnTo>
                  <a:lnTo>
                    <a:pt x="3996" y="829"/>
                  </a:lnTo>
                  <a:lnTo>
                    <a:pt x="3847" y="829"/>
                  </a:lnTo>
                  <a:lnTo>
                    <a:pt x="3847" y="208"/>
                  </a:lnTo>
                  <a:lnTo>
                    <a:pt x="4194" y="208"/>
                  </a:lnTo>
                  <a:close/>
                  <a:moveTo>
                    <a:pt x="3081" y="208"/>
                  </a:moveTo>
                  <a:lnTo>
                    <a:pt x="3081" y="362"/>
                  </a:lnTo>
                  <a:cubicBezTo>
                    <a:pt x="3081" y="430"/>
                    <a:pt x="3062" y="529"/>
                    <a:pt x="3059" y="598"/>
                  </a:cubicBezTo>
                  <a:lnTo>
                    <a:pt x="3060" y="598"/>
                  </a:lnTo>
                  <a:lnTo>
                    <a:pt x="3186" y="208"/>
                  </a:lnTo>
                  <a:lnTo>
                    <a:pt x="3329" y="208"/>
                  </a:lnTo>
                  <a:lnTo>
                    <a:pt x="3329" y="829"/>
                  </a:lnTo>
                  <a:lnTo>
                    <a:pt x="3186" y="829"/>
                  </a:lnTo>
                  <a:lnTo>
                    <a:pt x="3186" y="684"/>
                  </a:lnTo>
                  <a:cubicBezTo>
                    <a:pt x="3186" y="618"/>
                    <a:pt x="3207" y="516"/>
                    <a:pt x="3213" y="451"/>
                  </a:cubicBezTo>
                  <a:lnTo>
                    <a:pt x="3213" y="451"/>
                  </a:lnTo>
                  <a:lnTo>
                    <a:pt x="3084" y="829"/>
                  </a:lnTo>
                  <a:lnTo>
                    <a:pt x="2938" y="829"/>
                  </a:lnTo>
                  <a:lnTo>
                    <a:pt x="2938" y="208"/>
                  </a:lnTo>
                  <a:lnTo>
                    <a:pt x="3081" y="208"/>
                  </a:lnTo>
                  <a:close/>
                  <a:moveTo>
                    <a:pt x="2173" y="208"/>
                  </a:moveTo>
                  <a:lnTo>
                    <a:pt x="2173" y="362"/>
                  </a:lnTo>
                  <a:cubicBezTo>
                    <a:pt x="2173" y="430"/>
                    <a:pt x="2154" y="529"/>
                    <a:pt x="2151" y="598"/>
                  </a:cubicBezTo>
                  <a:lnTo>
                    <a:pt x="2151" y="598"/>
                  </a:lnTo>
                  <a:lnTo>
                    <a:pt x="2278" y="208"/>
                  </a:lnTo>
                  <a:lnTo>
                    <a:pt x="2420" y="208"/>
                  </a:lnTo>
                  <a:lnTo>
                    <a:pt x="2420" y="829"/>
                  </a:lnTo>
                  <a:lnTo>
                    <a:pt x="2278" y="829"/>
                  </a:lnTo>
                  <a:lnTo>
                    <a:pt x="2278" y="684"/>
                  </a:lnTo>
                  <a:cubicBezTo>
                    <a:pt x="2278" y="618"/>
                    <a:pt x="2298" y="516"/>
                    <a:pt x="2305" y="451"/>
                  </a:cubicBezTo>
                  <a:lnTo>
                    <a:pt x="2305" y="451"/>
                  </a:lnTo>
                  <a:lnTo>
                    <a:pt x="2176" y="829"/>
                  </a:lnTo>
                  <a:lnTo>
                    <a:pt x="2030" y="829"/>
                  </a:lnTo>
                  <a:lnTo>
                    <a:pt x="2030" y="208"/>
                  </a:lnTo>
                  <a:lnTo>
                    <a:pt x="2173" y="208"/>
                  </a:lnTo>
                  <a:close/>
                  <a:moveTo>
                    <a:pt x="1265" y="447"/>
                  </a:moveTo>
                  <a:lnTo>
                    <a:pt x="1363" y="447"/>
                  </a:lnTo>
                  <a:lnTo>
                    <a:pt x="1363" y="208"/>
                  </a:lnTo>
                  <a:lnTo>
                    <a:pt x="1512" y="208"/>
                  </a:lnTo>
                  <a:lnTo>
                    <a:pt x="1512" y="829"/>
                  </a:lnTo>
                  <a:lnTo>
                    <a:pt x="1363" y="829"/>
                  </a:lnTo>
                  <a:lnTo>
                    <a:pt x="1363" y="565"/>
                  </a:lnTo>
                  <a:lnTo>
                    <a:pt x="1265" y="565"/>
                  </a:lnTo>
                  <a:lnTo>
                    <a:pt x="1265" y="829"/>
                  </a:lnTo>
                  <a:lnTo>
                    <a:pt x="1115" y="829"/>
                  </a:lnTo>
                  <a:lnTo>
                    <a:pt x="1115" y="208"/>
                  </a:lnTo>
                  <a:lnTo>
                    <a:pt x="1265" y="208"/>
                  </a:lnTo>
                  <a:lnTo>
                    <a:pt x="1265" y="447"/>
                  </a:lnTo>
                  <a:close/>
                  <a:moveTo>
                    <a:pt x="351" y="447"/>
                  </a:moveTo>
                  <a:lnTo>
                    <a:pt x="395" y="447"/>
                  </a:lnTo>
                  <a:cubicBezTo>
                    <a:pt x="437" y="447"/>
                    <a:pt x="454" y="426"/>
                    <a:pt x="454" y="377"/>
                  </a:cubicBezTo>
                  <a:cubicBezTo>
                    <a:pt x="454" y="341"/>
                    <a:pt x="437" y="319"/>
                    <a:pt x="395" y="319"/>
                  </a:cubicBezTo>
                  <a:lnTo>
                    <a:pt x="351" y="319"/>
                  </a:lnTo>
                  <a:lnTo>
                    <a:pt x="351" y="447"/>
                  </a:lnTo>
                  <a:close/>
                  <a:moveTo>
                    <a:pt x="206" y="208"/>
                  </a:moveTo>
                  <a:lnTo>
                    <a:pt x="445" y="208"/>
                  </a:lnTo>
                  <a:cubicBezTo>
                    <a:pt x="518" y="208"/>
                    <a:pt x="598" y="252"/>
                    <a:pt x="598" y="363"/>
                  </a:cubicBezTo>
                  <a:cubicBezTo>
                    <a:pt x="598" y="448"/>
                    <a:pt x="546" y="488"/>
                    <a:pt x="513" y="495"/>
                  </a:cubicBezTo>
                  <a:cubicBezTo>
                    <a:pt x="571" y="519"/>
                    <a:pt x="604" y="559"/>
                    <a:pt x="604" y="645"/>
                  </a:cubicBezTo>
                  <a:cubicBezTo>
                    <a:pt x="604" y="761"/>
                    <a:pt x="542" y="829"/>
                    <a:pt x="415" y="829"/>
                  </a:cubicBezTo>
                  <a:lnTo>
                    <a:pt x="206" y="829"/>
                  </a:lnTo>
                  <a:lnTo>
                    <a:pt x="206" y="2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4" name="Текст 5"/>
          <p:cNvSpPr txBox="1">
            <a:spLocks/>
          </p:cNvSpPr>
          <p:nvPr/>
        </p:nvSpPr>
        <p:spPr>
          <a:xfrm>
            <a:off x="2243138" y="1665288"/>
            <a:ext cx="7453312" cy="2339977"/>
          </a:xfrm>
          <a:prstGeom prst="rect">
            <a:avLst/>
          </a:prstGeom>
        </p:spPr>
        <p:txBody>
          <a:bodyPr lIns="0" tIns="0" rIns="0" bIns="72000" anchor="ctr" anchorCtr="0">
            <a:noAutofit/>
          </a:bodyPr>
          <a:lstStyle>
            <a:lvl1pPr marL="0" marR="0" indent="0" algn="l" defTabSz="1217613" rtl="0" eaLnBrk="0" fontAlgn="base" latinLnBrk="0" hangingPunct="0"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 lang="ru-RU" sz="3400" b="1" kern="1200" spc="40" baseline="0" dirty="0" smtClean="0">
                <a:solidFill>
                  <a:srgbClr val="0079C2"/>
                </a:solidFill>
                <a:latin typeface="Arial Narrow" pitchFamily="34" charset="0"/>
                <a:ea typeface="+mn-ea"/>
                <a:cs typeface="+mn-cs"/>
              </a:defRPr>
            </a:lvl1pPr>
            <a:lvl2pPr indent="-379413" algn="l" defTabSz="1217613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lang="ru-RU" sz="3200" kern="1200" dirty="0">
                <a:solidFill>
                  <a:srgbClr val="003366"/>
                </a:solidFill>
                <a:latin typeface="Arial Narrow" pitchFamily="34" charset="0"/>
                <a:ea typeface="+mn-ea"/>
                <a:cs typeface="+mn-cs"/>
              </a:defRPr>
            </a:lvl2pPr>
            <a:lvl3pPr indent="-303213" algn="l" defTabSz="1217613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lang="ru-RU" sz="3200" kern="1200" dirty="0">
                <a:solidFill>
                  <a:srgbClr val="003366"/>
                </a:solidFill>
                <a:latin typeface="Arial Narrow" pitchFamily="34" charset="0"/>
                <a:ea typeface="+mn-ea"/>
                <a:cs typeface="+mn-cs"/>
              </a:defRPr>
            </a:lvl3pPr>
            <a:lvl4pPr indent="-303213" algn="l" defTabSz="1217613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lang="ru-RU" sz="3200" kern="1200" dirty="0">
                <a:solidFill>
                  <a:srgbClr val="003366"/>
                </a:solidFill>
                <a:latin typeface="Arial Narrow" pitchFamily="34" charset="0"/>
                <a:ea typeface="+mn-ea"/>
                <a:cs typeface="+mn-cs"/>
              </a:defRPr>
            </a:lvl4pPr>
            <a:lvl5pPr indent="-303213" algn="l" defTabSz="1217613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lang="ru-RU" sz="3200" kern="1200" dirty="0">
                <a:solidFill>
                  <a:srgbClr val="003366"/>
                </a:solidFill>
                <a:latin typeface="Arial Narrow" pitchFamily="34" charset="0"/>
                <a:ea typeface="+mn-ea"/>
                <a:cs typeface="+mn-cs"/>
              </a:defRPr>
            </a:lvl5pPr>
            <a:lvl6pPr marL="3352632" indent="-304784" algn="l" defTabSz="121914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202" indent="-304784" algn="l" defTabSz="121914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772" indent="-304784" algn="l" defTabSz="121914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341" indent="-304784" algn="l" defTabSz="121914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4400"/>
              </a:lnSpc>
            </a:pPr>
            <a:r>
              <a:rPr lang="ru-RU" sz="4000" spc="40" baseline="0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182045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76">
          <p15:clr>
            <a:srgbClr val="FBAE40"/>
          </p15:clr>
        </p15:guide>
        <p15:guide id="2" orient="horz" pos="1049">
          <p15:clr>
            <a:srgbClr val="FBAE40"/>
          </p15:clr>
        </p15:guide>
        <p15:guide id="3" orient="horz" pos="2523">
          <p15:clr>
            <a:srgbClr val="FBAE40"/>
          </p15:clr>
        </p15:guide>
        <p15:guide id="4" orient="horz" pos="799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pos="6335">
          <p15:clr>
            <a:srgbClr val="FBAE40"/>
          </p15:clr>
        </p15:guide>
        <p15:guide id="7" pos="6108">
          <p15:clr>
            <a:srgbClr val="FBAE40"/>
          </p15:clr>
        </p15:guide>
        <p15:guide id="8" pos="7197">
          <p15:clr>
            <a:srgbClr val="FBAE40"/>
          </p15:clr>
        </p15:guide>
        <p15:guide id="9" orient="horz" pos="229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8786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3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514">
          <p15:clr>
            <a:srgbClr val="F26B43"/>
          </p15:clr>
        </p15:guide>
        <p15:guide id="2" pos="166">
          <p15:clr>
            <a:srgbClr val="F26B43"/>
          </p15:clr>
        </p15:guide>
        <p15:guide id="3" pos="1277">
          <p15:clr>
            <a:srgbClr val="F26B43"/>
          </p15:clr>
        </p15:guide>
        <p15:guide id="4" pos="1413">
          <p15:clr>
            <a:srgbClr val="F26B43"/>
          </p15:clr>
        </p15:guide>
        <p15:guide id="5" orient="horz" pos="799">
          <p15:clr>
            <a:srgbClr val="F26B43"/>
          </p15:clr>
        </p15:guide>
        <p15:guide id="6" orient="horz" pos="96">
          <p15:clr>
            <a:srgbClr val="F26B43"/>
          </p15:clr>
        </p15:guide>
        <p15:guide id="7" orient="horz" pos="572">
          <p15:clr>
            <a:srgbClr val="F26B43"/>
          </p15:clr>
        </p15:guide>
        <p15:guide id="8" orient="horz" pos="663">
          <p15:clr>
            <a:srgbClr val="F26B43"/>
          </p15:clr>
        </p15:guide>
        <p15:guide id="9" orient="horz" pos="3974">
          <p15:clr>
            <a:srgbClr val="F26B43"/>
          </p15:clr>
        </p15:guide>
        <p15:guide id="10" orient="horz" pos="4201">
          <p15:clr>
            <a:srgbClr val="F26B43"/>
          </p15:clr>
        </p15:guide>
        <p15:guide id="11" orient="horz" pos="1049">
          <p15:clr>
            <a:srgbClr val="F26B43"/>
          </p15:clr>
        </p15:guide>
        <p15:guide id="12" orient="horz" pos="2296">
          <p15:clr>
            <a:srgbClr val="F26B43"/>
          </p15:clr>
        </p15:guide>
        <p15:guide id="13" orient="horz" pos="2772">
          <p15:clr>
            <a:srgbClr val="F26B43"/>
          </p15:clr>
        </p15:guide>
        <p15:guide id="14" orient="horz" pos="2976">
          <p15:clr>
            <a:srgbClr val="F26B43"/>
          </p15:clr>
        </p15:guide>
        <p15:guide id="15" pos="6108">
          <p15:clr>
            <a:srgbClr val="F26B43"/>
          </p15:clr>
        </p15:guide>
        <p15:guide id="16" pos="6335">
          <p15:clr>
            <a:srgbClr val="F26B43"/>
          </p15:clr>
        </p15:guide>
        <p15:guide id="17" pos="7197">
          <p15:clr>
            <a:srgbClr val="F26B43"/>
          </p15:clr>
        </p15:guide>
        <p15:guide id="18" orient="horz" pos="2523">
          <p15:clr>
            <a:srgbClr val="F26B43"/>
          </p15:clr>
        </p15:guide>
        <p15:guide id="19" orient="horz" pos="3498">
          <p15:clr>
            <a:srgbClr val="F26B43"/>
          </p15:clr>
        </p15:guide>
        <p15:guide id="20" orient="horz" pos="3657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568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</p:sldLayoutIdLst>
  <p:hf sldNum="0" hdr="0" dt="0"/>
  <p:txStyles>
    <p:titleStyle>
      <a:lvl1pPr algn="ctr" defTabSz="1217613" rtl="0" eaLnBrk="1" fontAlgn="base" hangingPunct="1">
        <a:spcBef>
          <a:spcPct val="0"/>
        </a:spcBef>
        <a:spcAft>
          <a:spcPct val="0"/>
        </a:spcAft>
        <a:defRPr lang="ru-RU" sz="2500" kern="1200" dirty="0">
          <a:solidFill>
            <a:schemeClr val="bg1"/>
          </a:solidFill>
          <a:latin typeface="Arial Narrow" pitchFamily="34" charset="0"/>
          <a:ea typeface="+mj-ea"/>
          <a:cs typeface="+mj-cs"/>
        </a:defRPr>
      </a:lvl1pPr>
      <a:lvl2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2pPr>
      <a:lvl3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3pPr>
      <a:lvl4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4pPr>
      <a:lvl5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5pPr>
      <a:lvl6pPr marL="4572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6pPr>
      <a:lvl7pPr marL="9144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7pPr>
      <a:lvl8pPr marL="13716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8pPr>
      <a:lvl9pPr marL="18288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9pPr>
    </p:titleStyle>
    <p:bodyStyle>
      <a:lvl1pPr indent="-455613" algn="l" defTabSz="1217613" rtl="0" eaLnBrk="1" fontAlgn="base" hangingPunct="1">
        <a:spcBef>
          <a:spcPts val="600"/>
        </a:spcBef>
        <a:spcAft>
          <a:spcPct val="0"/>
        </a:spcAft>
        <a:buFont typeface="Arial" panose="020B0604020202020204" pitchFamily="34" charset="0"/>
        <a:defRPr lang="ru-RU" sz="3600" b="1" kern="1200" dirty="0">
          <a:solidFill>
            <a:srgbClr val="0079C2"/>
          </a:solidFill>
          <a:latin typeface="Arial Narrow" pitchFamily="34" charset="0"/>
          <a:ea typeface="+mn-ea"/>
          <a:cs typeface="+mn-cs"/>
        </a:defRPr>
      </a:lvl1pPr>
      <a:lvl2pPr indent="-3794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2pPr>
      <a:lvl3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3pPr>
      <a:lvl4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4pPr>
      <a:lvl5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5pPr>
      <a:lvl6pPr marL="335263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663">
          <p15:clr>
            <a:srgbClr val="F26B43"/>
          </p15:clr>
        </p15:guide>
        <p15:guide id="2" pos="166">
          <p15:clr>
            <a:srgbClr val="F26B43"/>
          </p15:clr>
        </p15:guide>
        <p15:guide id="3" pos="1413">
          <p15:clr>
            <a:srgbClr val="F26B43"/>
          </p15:clr>
        </p15:guide>
        <p15:guide id="4" orient="horz" pos="96">
          <p15:clr>
            <a:srgbClr val="F26B43"/>
          </p15:clr>
        </p15:guide>
        <p15:guide id="5" orient="horz" pos="572">
          <p15:clr>
            <a:srgbClr val="F26B43"/>
          </p15:clr>
        </p15:guide>
        <p15:guide id="6" pos="7514">
          <p15:clr>
            <a:srgbClr val="F26B43"/>
          </p15:clr>
        </p15:guide>
        <p15:guide id="7" pos="1277">
          <p15:clr>
            <a:srgbClr val="F26B43"/>
          </p15:clr>
        </p15:guide>
        <p15:guide id="8" orient="horz" pos="3974">
          <p15:clr>
            <a:srgbClr val="F26B43"/>
          </p15:clr>
        </p15:guide>
        <p15:guide id="9" orient="horz" pos="420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6976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7" r:id="rId1"/>
    <p:sldLayoutId id="2147483868" r:id="rId2"/>
  </p:sldLayoutIdLst>
  <p:hf sldNum="0" hdr="0" dt="0"/>
  <p:txStyles>
    <p:titleStyle>
      <a:lvl1pPr algn="ctr" defTabSz="1217613" rtl="0" eaLnBrk="1" fontAlgn="base" hangingPunct="1">
        <a:spcBef>
          <a:spcPct val="0"/>
        </a:spcBef>
        <a:spcAft>
          <a:spcPct val="0"/>
        </a:spcAft>
        <a:defRPr lang="ru-RU" sz="2500" kern="1200" dirty="0">
          <a:solidFill>
            <a:schemeClr val="bg1"/>
          </a:solidFill>
          <a:latin typeface="Arial Narrow" pitchFamily="34" charset="0"/>
          <a:ea typeface="+mj-ea"/>
          <a:cs typeface="+mj-cs"/>
        </a:defRPr>
      </a:lvl1pPr>
      <a:lvl2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2pPr>
      <a:lvl3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3pPr>
      <a:lvl4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4pPr>
      <a:lvl5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5pPr>
      <a:lvl6pPr marL="4572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6pPr>
      <a:lvl7pPr marL="9144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7pPr>
      <a:lvl8pPr marL="13716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8pPr>
      <a:lvl9pPr marL="18288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9pPr>
    </p:titleStyle>
    <p:bodyStyle>
      <a:lvl1pPr indent="-455613" algn="l" defTabSz="1217613" rtl="0" eaLnBrk="1" fontAlgn="base" hangingPunct="1">
        <a:spcBef>
          <a:spcPts val="600"/>
        </a:spcBef>
        <a:spcAft>
          <a:spcPct val="0"/>
        </a:spcAft>
        <a:buFont typeface="Arial" panose="020B0604020202020204" pitchFamily="34" charset="0"/>
        <a:defRPr lang="ru-RU" sz="3600" b="1" kern="1200" dirty="0">
          <a:solidFill>
            <a:srgbClr val="0079C2"/>
          </a:solidFill>
          <a:latin typeface="Arial Narrow" pitchFamily="34" charset="0"/>
          <a:ea typeface="+mn-ea"/>
          <a:cs typeface="+mn-cs"/>
        </a:defRPr>
      </a:lvl1pPr>
      <a:lvl2pPr indent="-3794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2pPr>
      <a:lvl3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3pPr>
      <a:lvl4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4pPr>
      <a:lvl5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5pPr>
      <a:lvl6pPr marL="335263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663">
          <p15:clr>
            <a:srgbClr val="F26B43"/>
          </p15:clr>
        </p15:guide>
        <p15:guide id="2" pos="166">
          <p15:clr>
            <a:srgbClr val="F26B43"/>
          </p15:clr>
        </p15:guide>
        <p15:guide id="3" pos="1413">
          <p15:clr>
            <a:srgbClr val="F26B43"/>
          </p15:clr>
        </p15:guide>
        <p15:guide id="4" orient="horz" pos="96">
          <p15:clr>
            <a:srgbClr val="F26B43"/>
          </p15:clr>
        </p15:guide>
        <p15:guide id="5" orient="horz" pos="572">
          <p15:clr>
            <a:srgbClr val="F26B43"/>
          </p15:clr>
        </p15:guide>
        <p15:guide id="6" pos="7514">
          <p15:clr>
            <a:srgbClr val="F26B43"/>
          </p15:clr>
        </p15:guide>
        <p15:guide id="7" pos="1277">
          <p15:clr>
            <a:srgbClr val="F26B43"/>
          </p15:clr>
        </p15:guide>
        <p15:guide id="8" orient="horz" pos="3974">
          <p15:clr>
            <a:srgbClr val="F26B43"/>
          </p15:clr>
        </p15:guide>
        <p15:guide id="9" orient="horz" pos="420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Номер слайда 3"/>
          <p:cNvSpPr txBox="1">
            <a:spLocks/>
          </p:cNvSpPr>
          <p:nvPr/>
        </p:nvSpPr>
        <p:spPr>
          <a:xfrm>
            <a:off x="279400" y="6351587"/>
            <a:ext cx="1228725" cy="287338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defTabSz="121917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4CA8AB40-D8E0-485A-87A4-1EECBD8ABE01}" type="slidenum">
              <a:rPr lang="ru-RU" sz="1867" b="1">
                <a:solidFill>
                  <a:srgbClr val="0079C2"/>
                </a:solidFill>
                <a:latin typeface="Arial Narrow" pitchFamily="34" charset="0"/>
              </a:rPr>
              <a:pPr defTabSz="121917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867" b="1" dirty="0">
              <a:solidFill>
                <a:srgbClr val="0079C2"/>
              </a:solidFill>
              <a:latin typeface="Arial Narrow" pitchFamily="34" charset="0"/>
            </a:endParaRPr>
          </a:p>
        </p:txBody>
      </p:sp>
      <p:sp>
        <p:nvSpPr>
          <p:cNvPr id="3083" name="Line 7"/>
          <p:cNvSpPr>
            <a:spLocks noChangeShapeType="1"/>
          </p:cNvSpPr>
          <p:nvPr/>
        </p:nvSpPr>
        <p:spPr bwMode="auto">
          <a:xfrm>
            <a:off x="2025650" y="6307301"/>
            <a:ext cx="0" cy="371149"/>
          </a:xfrm>
          <a:prstGeom prst="line">
            <a:avLst/>
          </a:prstGeom>
          <a:noFill/>
          <a:ln w="12700">
            <a:solidFill>
              <a:srgbClr val="0079C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ru-RU"/>
          </a:p>
        </p:txBody>
      </p:sp>
      <p:sp>
        <p:nvSpPr>
          <p:cNvPr id="40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2246928" y="6318250"/>
            <a:ext cx="9681547" cy="354013"/>
          </a:xfrm>
          <a:prstGeom prst="rect">
            <a:avLst/>
          </a:prstGeom>
        </p:spPr>
        <p:txBody>
          <a:bodyPr lIns="0" anchor="ctr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solidFill>
                  <a:srgbClr val="0079C2"/>
                </a:solidFill>
                <a:latin typeface="+mn-lt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altLang="ru-RU"/>
              <a:t>Введение в </a:t>
            </a:r>
            <a:r>
              <a:rPr lang="en-US" altLang="ru-RU"/>
              <a:t>Python</a:t>
            </a:r>
            <a:endParaRPr lang="ru-RU" altLang="ru-RU" dirty="0"/>
          </a:p>
        </p:txBody>
      </p:sp>
      <p:grpSp>
        <p:nvGrpSpPr>
          <p:cNvPr id="22" name="Группа 21"/>
          <p:cNvGrpSpPr/>
          <p:nvPr/>
        </p:nvGrpSpPr>
        <p:grpSpPr>
          <a:xfrm>
            <a:off x="279018" y="146556"/>
            <a:ext cx="1543569" cy="761494"/>
            <a:chOff x="636588" y="195263"/>
            <a:chExt cx="1071562" cy="528637"/>
          </a:xfrm>
          <a:solidFill>
            <a:srgbClr val="0079C2"/>
          </a:solidFill>
        </p:grpSpPr>
        <p:sp>
          <p:nvSpPr>
            <p:cNvPr id="23" name="Freeform 5"/>
            <p:cNvSpPr>
              <a:spLocks noEditPoints="1"/>
            </p:cNvSpPr>
            <p:nvPr/>
          </p:nvSpPr>
          <p:spPr bwMode="auto">
            <a:xfrm>
              <a:off x="831850" y="195263"/>
              <a:ext cx="107950" cy="334962"/>
            </a:xfrm>
            <a:custGeom>
              <a:avLst/>
              <a:gdLst>
                <a:gd name="T0" fmla="*/ 1 h 2881172"/>
                <a:gd name="T1" fmla="*/ 1468 h 2744"/>
                <a:gd name="T2" fmla="*/ 727 w 891"/>
                <a:gd name="T3" fmla="*/ 1880 h 2744"/>
                <a:gd name="T4" fmla="*/ 677 w 891"/>
                <a:gd name="T5" fmla="*/ 1294 h 2744"/>
                <a:gd name="T6" fmla="*/ 443 w 891"/>
                <a:gd name="T7" fmla="*/ 660 h 2744"/>
                <a:gd name="T8" fmla="*/ 213 w 891"/>
                <a:gd name="T9" fmla="*/ 1292 h 2744"/>
                <a:gd name="T10" fmla="*/ 159 w 891"/>
                <a:gd name="T11" fmla="*/ 1886 h 2744"/>
                <a:gd name="T12" fmla="*/ 121 w 891"/>
                <a:gd name="T13" fmla="*/ 1310 h 2744"/>
                <a:gd name="T14" fmla="*/ 204 w 891"/>
                <a:gd name="T15" fmla="*/ 789 h 2744"/>
                <a:gd name="T16" fmla="*/ 443 w 891"/>
                <a:gd name="T17" fmla="*/ 216 h 2744"/>
                <a:gd name="T18" fmla="*/ 686 w 891"/>
                <a:gd name="T19" fmla="*/ 781 h 2744"/>
                <a:gd name="T20" fmla="*/ 1 h 2881172"/>
                <a:gd name="T21" fmla="*/ 1468 h 2744"/>
                <a:gd name="T22" fmla="*/ 445 w 891"/>
                <a:gd name="T23" fmla="*/ 2644 h 2744"/>
                <a:gd name="T24" fmla="*/ 323 w 891"/>
                <a:gd name="T25" fmla="*/ 2146 h 2744"/>
                <a:gd name="T26" fmla="*/ 447 w 891"/>
                <a:gd name="T27" fmla="*/ 1653 h 2744"/>
                <a:gd name="T28" fmla="*/ 565 w 891"/>
                <a:gd name="T29" fmla="*/ 2125 h 2744"/>
                <a:gd name="T30" fmla="*/ 445 w 891"/>
                <a:gd name="T31" fmla="*/ 2644 h 2744"/>
                <a:gd name="T32" fmla="*/ 799 w 891"/>
                <a:gd name="T33" fmla="*/ 784 h 2744"/>
                <a:gd name="T34" fmla="*/ 445 w 891"/>
                <a:gd name="T35" fmla="*/ 0 h 2744"/>
                <a:gd name="T36" fmla="*/ 117 w 891"/>
                <a:gd name="T37" fmla="*/ 685 h 2744"/>
                <a:gd name="T38" fmla="*/ 35 w 891"/>
                <a:gd name="T39" fmla="*/ 1673 h 2744"/>
                <a:gd name="T40" fmla="*/ 203 w 891"/>
                <a:gd name="T41" fmla="*/ 2307 h 2744"/>
                <a:gd name="T42" fmla="*/ 447 w 891"/>
                <a:gd name="T43" fmla="*/ 2744 h 2744"/>
                <a:gd name="T44" fmla="*/ 849 w 891"/>
                <a:gd name="T45" fmla="*/ 1717 h 2744"/>
                <a:gd name="T46" fmla="*/ 799 w 891"/>
                <a:gd name="T47" fmla="*/ 784 h 27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891" h="2744">
                  <a:moveTo>
                    <a:pt x="773" y="1468"/>
                  </a:moveTo>
                  <a:cubicBezTo>
                    <a:pt x="769" y="1621"/>
                    <a:pt x="751" y="1783"/>
                    <a:pt x="727" y="1880"/>
                  </a:cubicBezTo>
                  <a:cubicBezTo>
                    <a:pt x="736" y="1713"/>
                    <a:pt x="716" y="1478"/>
                    <a:pt x="677" y="1294"/>
                  </a:cubicBezTo>
                  <a:cubicBezTo>
                    <a:pt x="639" y="1110"/>
                    <a:pt x="530" y="802"/>
                    <a:pt x="443" y="660"/>
                  </a:cubicBezTo>
                  <a:cubicBezTo>
                    <a:pt x="363" y="796"/>
                    <a:pt x="264" y="1061"/>
                    <a:pt x="213" y="1292"/>
                  </a:cubicBezTo>
                  <a:cubicBezTo>
                    <a:pt x="161" y="1523"/>
                    <a:pt x="159" y="1802"/>
                    <a:pt x="159" y="1886"/>
                  </a:cubicBezTo>
                  <a:cubicBezTo>
                    <a:pt x="145" y="1815"/>
                    <a:pt x="111" y="1563"/>
                    <a:pt x="121" y="1310"/>
                  </a:cubicBezTo>
                  <a:cubicBezTo>
                    <a:pt x="129" y="1102"/>
                    <a:pt x="177" y="888"/>
                    <a:pt x="204" y="789"/>
                  </a:cubicBezTo>
                  <a:cubicBezTo>
                    <a:pt x="306" y="460"/>
                    <a:pt x="422" y="249"/>
                    <a:pt x="443" y="216"/>
                  </a:cubicBezTo>
                  <a:cubicBezTo>
                    <a:pt x="465" y="249"/>
                    <a:pt x="610" y="508"/>
                    <a:pt x="686" y="781"/>
                  </a:cubicBezTo>
                  <a:cubicBezTo>
                    <a:pt x="761" y="1053"/>
                    <a:pt x="776" y="1314"/>
                    <a:pt x="773" y="1468"/>
                  </a:cubicBezTo>
                  <a:close/>
                  <a:moveTo>
                    <a:pt x="445" y="2644"/>
                  </a:moveTo>
                  <a:cubicBezTo>
                    <a:pt x="400" y="2559"/>
                    <a:pt x="330" y="2397"/>
                    <a:pt x="323" y="2146"/>
                  </a:cubicBezTo>
                  <a:cubicBezTo>
                    <a:pt x="321" y="1904"/>
                    <a:pt x="418" y="1697"/>
                    <a:pt x="447" y="1653"/>
                  </a:cubicBezTo>
                  <a:cubicBezTo>
                    <a:pt x="472" y="1697"/>
                    <a:pt x="555" y="1877"/>
                    <a:pt x="565" y="2125"/>
                  </a:cubicBezTo>
                  <a:cubicBezTo>
                    <a:pt x="572" y="2367"/>
                    <a:pt x="492" y="2557"/>
                    <a:pt x="445" y="2644"/>
                  </a:cubicBezTo>
                  <a:close/>
                  <a:moveTo>
                    <a:pt x="799" y="784"/>
                  </a:moveTo>
                  <a:cubicBezTo>
                    <a:pt x="707" y="381"/>
                    <a:pt x="477" y="54"/>
                    <a:pt x="445" y="0"/>
                  </a:cubicBezTo>
                  <a:cubicBezTo>
                    <a:pt x="395" y="75"/>
                    <a:pt x="211" y="364"/>
                    <a:pt x="117" y="685"/>
                  </a:cubicBezTo>
                  <a:cubicBezTo>
                    <a:pt x="15" y="1043"/>
                    <a:pt x="0" y="1361"/>
                    <a:pt x="35" y="1673"/>
                  </a:cubicBezTo>
                  <a:cubicBezTo>
                    <a:pt x="70" y="1986"/>
                    <a:pt x="203" y="2307"/>
                    <a:pt x="203" y="2307"/>
                  </a:cubicBezTo>
                  <a:cubicBezTo>
                    <a:pt x="273" y="2475"/>
                    <a:pt x="378" y="2655"/>
                    <a:pt x="447" y="2744"/>
                  </a:cubicBezTo>
                  <a:cubicBezTo>
                    <a:pt x="547" y="2614"/>
                    <a:pt x="778" y="2225"/>
                    <a:pt x="849" y="1717"/>
                  </a:cubicBezTo>
                  <a:cubicBezTo>
                    <a:pt x="890" y="1434"/>
                    <a:pt x="891" y="1187"/>
                    <a:pt x="799" y="7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Freeform 6"/>
            <p:cNvSpPr>
              <a:spLocks/>
            </p:cNvSpPr>
            <p:nvPr/>
          </p:nvSpPr>
          <p:spPr bwMode="auto">
            <a:xfrm>
              <a:off x="636588" y="358775"/>
              <a:ext cx="315912" cy="365125"/>
            </a:xfrm>
            <a:custGeom>
              <a:avLst/>
              <a:gdLst>
                <a:gd name="T0" fmla="*/ 2201 w 2597"/>
                <a:gd name="T1" fmla="*/ 1501 h 3002"/>
                <a:gd name="T2" fmla="*/ 1501 w 2597"/>
                <a:gd name="T3" fmla="*/ 1501 h 3002"/>
                <a:gd name="T4" fmla="*/ 1501 w 2597"/>
                <a:gd name="T5" fmla="*/ 1971 h 3002"/>
                <a:gd name="T6" fmla="*/ 1503 w 2597"/>
                <a:gd name="T7" fmla="*/ 1969 h 3002"/>
                <a:gd name="T8" fmla="*/ 2100 w 2597"/>
                <a:gd name="T9" fmla="*/ 1969 h 3002"/>
                <a:gd name="T10" fmla="*/ 2100 w 2597"/>
                <a:gd name="T11" fmla="*/ 2566 h 3002"/>
                <a:gd name="T12" fmla="*/ 2098 w 2597"/>
                <a:gd name="T13" fmla="*/ 2568 h 3002"/>
                <a:gd name="T14" fmla="*/ 2098 w 2597"/>
                <a:gd name="T15" fmla="*/ 2568 h 3002"/>
                <a:gd name="T16" fmla="*/ 2096 w 2597"/>
                <a:gd name="T17" fmla="*/ 2570 h 3002"/>
                <a:gd name="T18" fmla="*/ 1501 w 2597"/>
                <a:gd name="T19" fmla="*/ 2815 h 3002"/>
                <a:gd name="T20" fmla="*/ 905 w 2597"/>
                <a:gd name="T21" fmla="*/ 2568 h 3002"/>
                <a:gd name="T22" fmla="*/ 802 w 2597"/>
                <a:gd name="T23" fmla="*/ 1501 h 3002"/>
                <a:gd name="T24" fmla="*/ 905 w 2597"/>
                <a:gd name="T25" fmla="*/ 1375 h 3002"/>
                <a:gd name="T26" fmla="*/ 1501 w 2597"/>
                <a:gd name="T27" fmla="*/ 1129 h 3002"/>
                <a:gd name="T28" fmla="*/ 1501 w 2597"/>
                <a:gd name="T29" fmla="*/ 0 h 3002"/>
                <a:gd name="T30" fmla="*/ 0 w 2597"/>
                <a:gd name="T31" fmla="*/ 1501 h 3002"/>
                <a:gd name="T32" fmla="*/ 1501 w 2597"/>
                <a:gd name="T33" fmla="*/ 3002 h 3002"/>
                <a:gd name="T34" fmla="*/ 2597 w 2597"/>
                <a:gd name="T35" fmla="*/ 2527 h 3002"/>
                <a:gd name="T36" fmla="*/ 2597 w 2597"/>
                <a:gd name="T37" fmla="*/ 1501 h 3002"/>
                <a:gd name="T38" fmla="*/ 2201 w 2597"/>
                <a:gd name="T39" fmla="*/ 1501 h 30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597" h="3002">
                  <a:moveTo>
                    <a:pt x="2201" y="1501"/>
                  </a:moveTo>
                  <a:lnTo>
                    <a:pt x="1501" y="1501"/>
                  </a:lnTo>
                  <a:lnTo>
                    <a:pt x="1501" y="1971"/>
                  </a:lnTo>
                  <a:cubicBezTo>
                    <a:pt x="1502" y="1970"/>
                    <a:pt x="1503" y="1969"/>
                    <a:pt x="1503" y="1969"/>
                  </a:cubicBezTo>
                  <a:cubicBezTo>
                    <a:pt x="1668" y="1804"/>
                    <a:pt x="1935" y="1804"/>
                    <a:pt x="2100" y="1969"/>
                  </a:cubicBezTo>
                  <a:cubicBezTo>
                    <a:pt x="2265" y="2133"/>
                    <a:pt x="2265" y="2401"/>
                    <a:pt x="2100" y="2566"/>
                  </a:cubicBezTo>
                  <a:cubicBezTo>
                    <a:pt x="2100" y="2566"/>
                    <a:pt x="2099" y="2567"/>
                    <a:pt x="2098" y="2568"/>
                  </a:cubicBezTo>
                  <a:cubicBezTo>
                    <a:pt x="2098" y="2568"/>
                    <a:pt x="2098" y="2568"/>
                    <a:pt x="2098" y="2568"/>
                  </a:cubicBezTo>
                  <a:cubicBezTo>
                    <a:pt x="2097" y="2568"/>
                    <a:pt x="2096" y="2569"/>
                    <a:pt x="2096" y="2570"/>
                  </a:cubicBezTo>
                  <a:cubicBezTo>
                    <a:pt x="1931" y="2733"/>
                    <a:pt x="1716" y="2815"/>
                    <a:pt x="1501" y="2815"/>
                  </a:cubicBezTo>
                  <a:cubicBezTo>
                    <a:pt x="1286" y="2815"/>
                    <a:pt x="1070" y="2733"/>
                    <a:pt x="905" y="2568"/>
                  </a:cubicBezTo>
                  <a:cubicBezTo>
                    <a:pt x="615" y="2278"/>
                    <a:pt x="581" y="1829"/>
                    <a:pt x="802" y="1501"/>
                  </a:cubicBezTo>
                  <a:cubicBezTo>
                    <a:pt x="832" y="1457"/>
                    <a:pt x="866" y="1415"/>
                    <a:pt x="905" y="1375"/>
                  </a:cubicBezTo>
                  <a:cubicBezTo>
                    <a:pt x="1070" y="1211"/>
                    <a:pt x="1286" y="1129"/>
                    <a:pt x="1501" y="1129"/>
                  </a:cubicBezTo>
                  <a:lnTo>
                    <a:pt x="1501" y="0"/>
                  </a:lnTo>
                  <a:cubicBezTo>
                    <a:pt x="672" y="0"/>
                    <a:pt x="0" y="672"/>
                    <a:pt x="0" y="1501"/>
                  </a:cubicBezTo>
                  <a:cubicBezTo>
                    <a:pt x="0" y="2330"/>
                    <a:pt x="672" y="3002"/>
                    <a:pt x="1501" y="3002"/>
                  </a:cubicBezTo>
                  <a:cubicBezTo>
                    <a:pt x="1934" y="3002"/>
                    <a:pt x="2323" y="2820"/>
                    <a:pt x="2597" y="2527"/>
                  </a:cubicBezTo>
                  <a:lnTo>
                    <a:pt x="2597" y="1501"/>
                  </a:lnTo>
                  <a:lnTo>
                    <a:pt x="2201" y="15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" name="Freeform 7"/>
            <p:cNvSpPr>
              <a:spLocks/>
            </p:cNvSpPr>
            <p:nvPr/>
          </p:nvSpPr>
          <p:spPr bwMode="auto">
            <a:xfrm>
              <a:off x="974725" y="358775"/>
              <a:ext cx="69850" cy="182562"/>
            </a:xfrm>
            <a:custGeom>
              <a:avLst/>
              <a:gdLst>
                <a:gd name="T0" fmla="*/ 0 w 572"/>
                <a:gd name="T1" fmla="*/ 0 h 1501"/>
                <a:gd name="T2" fmla="*/ 572 w 572"/>
                <a:gd name="T3" fmla="*/ 0 h 1501"/>
                <a:gd name="T4" fmla="*/ 572 w 572"/>
                <a:gd name="T5" fmla="*/ 186 h 1501"/>
                <a:gd name="T6" fmla="*/ 300 w 572"/>
                <a:gd name="T7" fmla="*/ 186 h 1501"/>
                <a:gd name="T8" fmla="*/ 300 w 572"/>
                <a:gd name="T9" fmla="*/ 1501 h 1501"/>
                <a:gd name="T10" fmla="*/ 0 w 572"/>
                <a:gd name="T11" fmla="*/ 1501 h 1501"/>
                <a:gd name="T12" fmla="*/ 0 w 572"/>
                <a:gd name="T13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72" h="1501">
                  <a:moveTo>
                    <a:pt x="0" y="0"/>
                  </a:moveTo>
                  <a:lnTo>
                    <a:pt x="572" y="0"/>
                  </a:lnTo>
                  <a:lnTo>
                    <a:pt x="572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Freeform 8"/>
            <p:cNvSpPr>
              <a:spLocks noEditPoints="1"/>
            </p:cNvSpPr>
            <p:nvPr/>
          </p:nvSpPr>
          <p:spPr bwMode="auto">
            <a:xfrm>
              <a:off x="1042988" y="358775"/>
              <a:ext cx="95250" cy="182562"/>
            </a:xfrm>
            <a:custGeom>
              <a:avLst/>
              <a:gdLst>
                <a:gd name="T0" fmla="*/ 0 w 785"/>
                <a:gd name="T1" fmla="*/ 1501 h 1501"/>
                <a:gd name="T2" fmla="*/ 294 w 785"/>
                <a:gd name="T3" fmla="*/ 1501 h 1501"/>
                <a:gd name="T4" fmla="*/ 322 w 785"/>
                <a:gd name="T5" fmla="*/ 1102 h 1501"/>
                <a:gd name="T6" fmla="*/ 463 w 785"/>
                <a:gd name="T7" fmla="*/ 1102 h 1501"/>
                <a:gd name="T8" fmla="*/ 491 w 785"/>
                <a:gd name="T9" fmla="*/ 1501 h 1501"/>
                <a:gd name="T10" fmla="*/ 785 w 785"/>
                <a:gd name="T11" fmla="*/ 1501 h 1501"/>
                <a:gd name="T12" fmla="*/ 628 w 785"/>
                <a:gd name="T13" fmla="*/ 0 h 1501"/>
                <a:gd name="T14" fmla="*/ 157 w 785"/>
                <a:gd name="T15" fmla="*/ 0 h 1501"/>
                <a:gd name="T16" fmla="*/ 0 w 785"/>
                <a:gd name="T17" fmla="*/ 1501 h 1501"/>
                <a:gd name="T18" fmla="*/ 332 w 785"/>
                <a:gd name="T19" fmla="*/ 937 h 1501"/>
                <a:gd name="T20" fmla="*/ 384 w 785"/>
                <a:gd name="T21" fmla="*/ 186 h 1501"/>
                <a:gd name="T22" fmla="*/ 401 w 785"/>
                <a:gd name="T23" fmla="*/ 186 h 1501"/>
                <a:gd name="T24" fmla="*/ 453 w 785"/>
                <a:gd name="T25" fmla="*/ 937 h 1501"/>
                <a:gd name="T26" fmla="*/ 332 w 785"/>
                <a:gd name="T27" fmla="*/ 937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85" h="1501">
                  <a:moveTo>
                    <a:pt x="0" y="1501"/>
                  </a:moveTo>
                  <a:lnTo>
                    <a:pt x="294" y="1501"/>
                  </a:lnTo>
                  <a:lnTo>
                    <a:pt x="322" y="1102"/>
                  </a:lnTo>
                  <a:lnTo>
                    <a:pt x="463" y="1102"/>
                  </a:lnTo>
                  <a:lnTo>
                    <a:pt x="491" y="1501"/>
                  </a:lnTo>
                  <a:lnTo>
                    <a:pt x="785" y="1501"/>
                  </a:lnTo>
                  <a:lnTo>
                    <a:pt x="628" y="0"/>
                  </a:lnTo>
                  <a:lnTo>
                    <a:pt x="157" y="0"/>
                  </a:lnTo>
                  <a:lnTo>
                    <a:pt x="0" y="1501"/>
                  </a:lnTo>
                  <a:close/>
                  <a:moveTo>
                    <a:pt x="332" y="937"/>
                  </a:moveTo>
                  <a:lnTo>
                    <a:pt x="384" y="186"/>
                  </a:lnTo>
                  <a:lnTo>
                    <a:pt x="401" y="186"/>
                  </a:lnTo>
                  <a:lnTo>
                    <a:pt x="453" y="937"/>
                  </a:lnTo>
                  <a:lnTo>
                    <a:pt x="332" y="9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" name="Freeform 9"/>
            <p:cNvSpPr>
              <a:spLocks/>
            </p:cNvSpPr>
            <p:nvPr/>
          </p:nvSpPr>
          <p:spPr bwMode="auto">
            <a:xfrm>
              <a:off x="1150938" y="358775"/>
              <a:ext cx="84137" cy="182562"/>
            </a:xfrm>
            <a:custGeom>
              <a:avLst/>
              <a:gdLst>
                <a:gd name="T0" fmla="*/ 300 w 695"/>
                <a:gd name="T1" fmla="*/ 975 h 1501"/>
                <a:gd name="T2" fmla="*/ 300 w 695"/>
                <a:gd name="T3" fmla="*/ 1258 h 1501"/>
                <a:gd name="T4" fmla="*/ 347 w 695"/>
                <a:gd name="T5" fmla="*/ 1307 h 1501"/>
                <a:gd name="T6" fmla="*/ 395 w 695"/>
                <a:gd name="T7" fmla="*/ 1258 h 1501"/>
                <a:gd name="T8" fmla="*/ 395 w 695"/>
                <a:gd name="T9" fmla="*/ 909 h 1501"/>
                <a:gd name="T10" fmla="*/ 275 w 695"/>
                <a:gd name="T11" fmla="*/ 810 h 1501"/>
                <a:gd name="T12" fmla="*/ 152 w 695"/>
                <a:gd name="T13" fmla="*/ 810 h 1501"/>
                <a:gd name="T14" fmla="*/ 152 w 695"/>
                <a:gd name="T15" fmla="*/ 645 h 1501"/>
                <a:gd name="T16" fmla="*/ 279 w 695"/>
                <a:gd name="T17" fmla="*/ 645 h 1501"/>
                <a:gd name="T18" fmla="*/ 395 w 695"/>
                <a:gd name="T19" fmla="*/ 534 h 1501"/>
                <a:gd name="T20" fmla="*/ 395 w 695"/>
                <a:gd name="T21" fmla="*/ 236 h 1501"/>
                <a:gd name="T22" fmla="*/ 347 w 695"/>
                <a:gd name="T23" fmla="*/ 186 h 1501"/>
                <a:gd name="T24" fmla="*/ 300 w 695"/>
                <a:gd name="T25" fmla="*/ 236 h 1501"/>
                <a:gd name="T26" fmla="*/ 300 w 695"/>
                <a:gd name="T27" fmla="*/ 480 h 1501"/>
                <a:gd name="T28" fmla="*/ 0 w 695"/>
                <a:gd name="T29" fmla="*/ 480 h 1501"/>
                <a:gd name="T30" fmla="*/ 0 w 695"/>
                <a:gd name="T31" fmla="*/ 268 h 1501"/>
                <a:gd name="T32" fmla="*/ 223 w 695"/>
                <a:gd name="T33" fmla="*/ 0 h 1501"/>
                <a:gd name="T34" fmla="*/ 472 w 695"/>
                <a:gd name="T35" fmla="*/ 0 h 1501"/>
                <a:gd name="T36" fmla="*/ 695 w 695"/>
                <a:gd name="T37" fmla="*/ 268 h 1501"/>
                <a:gd name="T38" fmla="*/ 695 w 695"/>
                <a:gd name="T39" fmla="*/ 508 h 1501"/>
                <a:gd name="T40" fmla="*/ 491 w 695"/>
                <a:gd name="T41" fmla="*/ 712 h 1501"/>
                <a:gd name="T42" fmla="*/ 491 w 695"/>
                <a:gd name="T43" fmla="*/ 727 h 1501"/>
                <a:gd name="T44" fmla="*/ 695 w 695"/>
                <a:gd name="T45" fmla="*/ 930 h 1501"/>
                <a:gd name="T46" fmla="*/ 695 w 695"/>
                <a:gd name="T47" fmla="*/ 1233 h 1501"/>
                <a:gd name="T48" fmla="*/ 472 w 695"/>
                <a:gd name="T49" fmla="*/ 1501 h 1501"/>
                <a:gd name="T50" fmla="*/ 223 w 695"/>
                <a:gd name="T51" fmla="*/ 1501 h 1501"/>
                <a:gd name="T52" fmla="*/ 0 w 695"/>
                <a:gd name="T53" fmla="*/ 1233 h 1501"/>
                <a:gd name="T54" fmla="*/ 0 w 695"/>
                <a:gd name="T55" fmla="*/ 975 h 1501"/>
                <a:gd name="T56" fmla="*/ 300 w 695"/>
                <a:gd name="T57" fmla="*/ 975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695" h="1501">
                  <a:moveTo>
                    <a:pt x="300" y="975"/>
                  </a:moveTo>
                  <a:lnTo>
                    <a:pt x="300" y="1258"/>
                  </a:lnTo>
                  <a:cubicBezTo>
                    <a:pt x="300" y="1297"/>
                    <a:pt x="330" y="1307"/>
                    <a:pt x="347" y="1307"/>
                  </a:cubicBezTo>
                  <a:cubicBezTo>
                    <a:pt x="375" y="1307"/>
                    <a:pt x="395" y="1284"/>
                    <a:pt x="395" y="1258"/>
                  </a:cubicBezTo>
                  <a:lnTo>
                    <a:pt x="395" y="909"/>
                  </a:lnTo>
                  <a:cubicBezTo>
                    <a:pt x="395" y="862"/>
                    <a:pt x="386" y="810"/>
                    <a:pt x="275" y="810"/>
                  </a:cubicBezTo>
                  <a:lnTo>
                    <a:pt x="152" y="810"/>
                  </a:lnTo>
                  <a:lnTo>
                    <a:pt x="152" y="645"/>
                  </a:lnTo>
                  <a:lnTo>
                    <a:pt x="279" y="645"/>
                  </a:lnTo>
                  <a:cubicBezTo>
                    <a:pt x="365" y="645"/>
                    <a:pt x="395" y="626"/>
                    <a:pt x="395" y="534"/>
                  </a:cubicBezTo>
                  <a:lnTo>
                    <a:pt x="395" y="236"/>
                  </a:lnTo>
                  <a:cubicBezTo>
                    <a:pt x="395" y="210"/>
                    <a:pt x="375" y="186"/>
                    <a:pt x="347" y="186"/>
                  </a:cubicBezTo>
                  <a:cubicBezTo>
                    <a:pt x="330" y="186"/>
                    <a:pt x="300" y="197"/>
                    <a:pt x="300" y="236"/>
                  </a:cubicBezTo>
                  <a:lnTo>
                    <a:pt x="300" y="480"/>
                  </a:lnTo>
                  <a:lnTo>
                    <a:pt x="0" y="480"/>
                  </a:lnTo>
                  <a:lnTo>
                    <a:pt x="0" y="268"/>
                  </a:lnTo>
                  <a:cubicBezTo>
                    <a:pt x="0" y="163"/>
                    <a:pt x="13" y="0"/>
                    <a:pt x="223" y="0"/>
                  </a:cubicBezTo>
                  <a:lnTo>
                    <a:pt x="472" y="0"/>
                  </a:lnTo>
                  <a:cubicBezTo>
                    <a:pt x="682" y="0"/>
                    <a:pt x="695" y="163"/>
                    <a:pt x="695" y="268"/>
                  </a:cubicBezTo>
                  <a:lnTo>
                    <a:pt x="695" y="508"/>
                  </a:lnTo>
                  <a:cubicBezTo>
                    <a:pt x="695" y="671"/>
                    <a:pt x="581" y="716"/>
                    <a:pt x="491" y="712"/>
                  </a:cubicBezTo>
                  <a:lnTo>
                    <a:pt x="491" y="727"/>
                  </a:lnTo>
                  <a:cubicBezTo>
                    <a:pt x="693" y="723"/>
                    <a:pt x="695" y="877"/>
                    <a:pt x="695" y="930"/>
                  </a:cubicBezTo>
                  <a:lnTo>
                    <a:pt x="695" y="1233"/>
                  </a:lnTo>
                  <a:cubicBezTo>
                    <a:pt x="695" y="1338"/>
                    <a:pt x="682" y="1501"/>
                    <a:pt x="472" y="1501"/>
                  </a:cubicBezTo>
                  <a:lnTo>
                    <a:pt x="223" y="1501"/>
                  </a:lnTo>
                  <a:cubicBezTo>
                    <a:pt x="13" y="1501"/>
                    <a:pt x="0" y="1338"/>
                    <a:pt x="0" y="1233"/>
                  </a:cubicBezTo>
                  <a:lnTo>
                    <a:pt x="0" y="975"/>
                  </a:lnTo>
                  <a:lnTo>
                    <a:pt x="300" y="9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Freeform 10"/>
            <p:cNvSpPr>
              <a:spLocks/>
            </p:cNvSpPr>
            <p:nvPr/>
          </p:nvSpPr>
          <p:spPr bwMode="auto">
            <a:xfrm>
              <a:off x="1254125" y="358775"/>
              <a:ext cx="84137" cy="182562"/>
            </a:xfrm>
            <a:custGeom>
              <a:avLst/>
              <a:gdLst>
                <a:gd name="T0" fmla="*/ 0 w 694"/>
                <a:gd name="T1" fmla="*/ 0 h 1501"/>
                <a:gd name="T2" fmla="*/ 694 w 694"/>
                <a:gd name="T3" fmla="*/ 0 h 1501"/>
                <a:gd name="T4" fmla="*/ 694 w 694"/>
                <a:gd name="T5" fmla="*/ 1501 h 1501"/>
                <a:gd name="T6" fmla="*/ 394 w 694"/>
                <a:gd name="T7" fmla="*/ 1501 h 1501"/>
                <a:gd name="T8" fmla="*/ 394 w 694"/>
                <a:gd name="T9" fmla="*/ 186 h 1501"/>
                <a:gd name="T10" fmla="*/ 300 w 694"/>
                <a:gd name="T11" fmla="*/ 186 h 1501"/>
                <a:gd name="T12" fmla="*/ 300 w 694"/>
                <a:gd name="T13" fmla="*/ 1501 h 1501"/>
                <a:gd name="T14" fmla="*/ 0 w 694"/>
                <a:gd name="T15" fmla="*/ 1501 h 1501"/>
                <a:gd name="T16" fmla="*/ 0 w 694"/>
                <a:gd name="T17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94" h="1501">
                  <a:moveTo>
                    <a:pt x="0" y="0"/>
                  </a:moveTo>
                  <a:lnTo>
                    <a:pt x="694" y="0"/>
                  </a:lnTo>
                  <a:lnTo>
                    <a:pt x="694" y="1501"/>
                  </a:lnTo>
                  <a:lnTo>
                    <a:pt x="394" y="1501"/>
                  </a:lnTo>
                  <a:lnTo>
                    <a:pt x="394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" name="Freeform 11"/>
            <p:cNvSpPr>
              <a:spLocks noEditPoints="1"/>
            </p:cNvSpPr>
            <p:nvPr/>
          </p:nvSpPr>
          <p:spPr bwMode="auto">
            <a:xfrm>
              <a:off x="1360488" y="358775"/>
              <a:ext cx="84137" cy="182562"/>
            </a:xfrm>
            <a:custGeom>
              <a:avLst/>
              <a:gdLst>
                <a:gd name="T0" fmla="*/ 0 w 694"/>
                <a:gd name="T1" fmla="*/ 1501 h 1501"/>
                <a:gd name="T2" fmla="*/ 300 w 694"/>
                <a:gd name="T3" fmla="*/ 1501 h 1501"/>
                <a:gd name="T4" fmla="*/ 300 w 694"/>
                <a:gd name="T5" fmla="*/ 990 h 1501"/>
                <a:gd name="T6" fmla="*/ 471 w 694"/>
                <a:gd name="T7" fmla="*/ 990 h 1501"/>
                <a:gd name="T8" fmla="*/ 694 w 694"/>
                <a:gd name="T9" fmla="*/ 723 h 1501"/>
                <a:gd name="T10" fmla="*/ 694 w 694"/>
                <a:gd name="T11" fmla="*/ 268 h 1501"/>
                <a:gd name="T12" fmla="*/ 471 w 694"/>
                <a:gd name="T13" fmla="*/ 0 h 1501"/>
                <a:gd name="T14" fmla="*/ 0 w 694"/>
                <a:gd name="T15" fmla="*/ 0 h 1501"/>
                <a:gd name="T16" fmla="*/ 0 w 694"/>
                <a:gd name="T17" fmla="*/ 1501 h 1501"/>
                <a:gd name="T18" fmla="*/ 300 w 694"/>
                <a:gd name="T19" fmla="*/ 826 h 1501"/>
                <a:gd name="T20" fmla="*/ 300 w 694"/>
                <a:gd name="T21" fmla="*/ 186 h 1501"/>
                <a:gd name="T22" fmla="*/ 338 w 694"/>
                <a:gd name="T23" fmla="*/ 186 h 1501"/>
                <a:gd name="T24" fmla="*/ 394 w 694"/>
                <a:gd name="T25" fmla="*/ 261 h 1501"/>
                <a:gd name="T26" fmla="*/ 394 w 694"/>
                <a:gd name="T27" fmla="*/ 750 h 1501"/>
                <a:gd name="T28" fmla="*/ 338 w 694"/>
                <a:gd name="T29" fmla="*/ 826 h 1501"/>
                <a:gd name="T30" fmla="*/ 300 w 694"/>
                <a:gd name="T31" fmla="*/ 826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4" h="1501">
                  <a:moveTo>
                    <a:pt x="0" y="1501"/>
                  </a:moveTo>
                  <a:lnTo>
                    <a:pt x="300" y="1501"/>
                  </a:lnTo>
                  <a:lnTo>
                    <a:pt x="300" y="990"/>
                  </a:lnTo>
                  <a:lnTo>
                    <a:pt x="471" y="990"/>
                  </a:lnTo>
                  <a:cubicBezTo>
                    <a:pt x="681" y="990"/>
                    <a:pt x="694" y="828"/>
                    <a:pt x="694" y="723"/>
                  </a:cubicBezTo>
                  <a:lnTo>
                    <a:pt x="694" y="268"/>
                  </a:lnTo>
                  <a:cubicBezTo>
                    <a:pt x="694" y="163"/>
                    <a:pt x="681" y="0"/>
                    <a:pt x="471" y="0"/>
                  </a:cubicBezTo>
                  <a:lnTo>
                    <a:pt x="0" y="0"/>
                  </a:lnTo>
                  <a:lnTo>
                    <a:pt x="0" y="1501"/>
                  </a:lnTo>
                  <a:close/>
                  <a:moveTo>
                    <a:pt x="300" y="826"/>
                  </a:moveTo>
                  <a:lnTo>
                    <a:pt x="300" y="186"/>
                  </a:lnTo>
                  <a:lnTo>
                    <a:pt x="338" y="186"/>
                  </a:lnTo>
                  <a:cubicBezTo>
                    <a:pt x="371" y="186"/>
                    <a:pt x="394" y="214"/>
                    <a:pt x="394" y="261"/>
                  </a:cubicBezTo>
                  <a:lnTo>
                    <a:pt x="394" y="750"/>
                  </a:lnTo>
                  <a:cubicBezTo>
                    <a:pt x="394" y="798"/>
                    <a:pt x="371" y="826"/>
                    <a:pt x="338" y="826"/>
                  </a:cubicBezTo>
                  <a:lnTo>
                    <a:pt x="300" y="8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" name="Freeform 12"/>
            <p:cNvSpPr>
              <a:spLocks noEditPoints="1"/>
            </p:cNvSpPr>
            <p:nvPr/>
          </p:nvSpPr>
          <p:spPr bwMode="auto">
            <a:xfrm>
              <a:off x="1462088" y="358775"/>
              <a:ext cx="84137" cy="182562"/>
            </a:xfrm>
            <a:custGeom>
              <a:avLst/>
              <a:gdLst>
                <a:gd name="T0" fmla="*/ 0 w 695"/>
                <a:gd name="T1" fmla="*/ 1233 h 1501"/>
                <a:gd name="T2" fmla="*/ 223 w 695"/>
                <a:gd name="T3" fmla="*/ 1501 h 1501"/>
                <a:gd name="T4" fmla="*/ 472 w 695"/>
                <a:gd name="T5" fmla="*/ 1501 h 1501"/>
                <a:gd name="T6" fmla="*/ 695 w 695"/>
                <a:gd name="T7" fmla="*/ 1233 h 1501"/>
                <a:gd name="T8" fmla="*/ 695 w 695"/>
                <a:gd name="T9" fmla="*/ 268 h 1501"/>
                <a:gd name="T10" fmla="*/ 472 w 695"/>
                <a:gd name="T11" fmla="*/ 0 h 1501"/>
                <a:gd name="T12" fmla="*/ 223 w 695"/>
                <a:gd name="T13" fmla="*/ 0 h 1501"/>
                <a:gd name="T14" fmla="*/ 0 w 695"/>
                <a:gd name="T15" fmla="*/ 268 h 1501"/>
                <a:gd name="T16" fmla="*/ 0 w 695"/>
                <a:gd name="T17" fmla="*/ 1233 h 1501"/>
                <a:gd name="T18" fmla="*/ 394 w 695"/>
                <a:gd name="T19" fmla="*/ 1258 h 1501"/>
                <a:gd name="T20" fmla="*/ 347 w 695"/>
                <a:gd name="T21" fmla="*/ 1307 h 1501"/>
                <a:gd name="T22" fmla="*/ 300 w 695"/>
                <a:gd name="T23" fmla="*/ 1258 h 1501"/>
                <a:gd name="T24" fmla="*/ 300 w 695"/>
                <a:gd name="T25" fmla="*/ 236 h 1501"/>
                <a:gd name="T26" fmla="*/ 347 w 695"/>
                <a:gd name="T27" fmla="*/ 186 h 1501"/>
                <a:gd name="T28" fmla="*/ 394 w 695"/>
                <a:gd name="T29" fmla="*/ 236 h 1501"/>
                <a:gd name="T30" fmla="*/ 394 w 695"/>
                <a:gd name="T31" fmla="*/ 1258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5" h="1501">
                  <a:moveTo>
                    <a:pt x="0" y="1233"/>
                  </a:moveTo>
                  <a:cubicBezTo>
                    <a:pt x="0" y="1338"/>
                    <a:pt x="13" y="1501"/>
                    <a:pt x="223" y="1501"/>
                  </a:cubicBezTo>
                  <a:lnTo>
                    <a:pt x="472" y="1501"/>
                  </a:lnTo>
                  <a:cubicBezTo>
                    <a:pt x="682" y="1501"/>
                    <a:pt x="695" y="1338"/>
                    <a:pt x="695" y="1233"/>
                  </a:cubicBezTo>
                  <a:lnTo>
                    <a:pt x="695" y="268"/>
                  </a:lnTo>
                  <a:cubicBezTo>
                    <a:pt x="695" y="163"/>
                    <a:pt x="682" y="0"/>
                    <a:pt x="472" y="0"/>
                  </a:cubicBezTo>
                  <a:lnTo>
                    <a:pt x="223" y="0"/>
                  </a:lnTo>
                  <a:cubicBezTo>
                    <a:pt x="13" y="0"/>
                    <a:pt x="0" y="163"/>
                    <a:pt x="0" y="268"/>
                  </a:cubicBezTo>
                  <a:lnTo>
                    <a:pt x="0" y="1233"/>
                  </a:lnTo>
                  <a:close/>
                  <a:moveTo>
                    <a:pt x="394" y="1258"/>
                  </a:moveTo>
                  <a:cubicBezTo>
                    <a:pt x="394" y="1284"/>
                    <a:pt x="375" y="1307"/>
                    <a:pt x="347" y="1307"/>
                  </a:cubicBezTo>
                  <a:cubicBezTo>
                    <a:pt x="330" y="1307"/>
                    <a:pt x="300" y="1297"/>
                    <a:pt x="300" y="1258"/>
                  </a:cubicBezTo>
                  <a:lnTo>
                    <a:pt x="300" y="236"/>
                  </a:lnTo>
                  <a:cubicBezTo>
                    <a:pt x="300" y="197"/>
                    <a:pt x="330" y="186"/>
                    <a:pt x="347" y="186"/>
                  </a:cubicBezTo>
                  <a:cubicBezTo>
                    <a:pt x="375" y="186"/>
                    <a:pt x="394" y="210"/>
                    <a:pt x="394" y="236"/>
                  </a:cubicBezTo>
                  <a:lnTo>
                    <a:pt x="394" y="125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1" name="Freeform 13"/>
            <p:cNvSpPr>
              <a:spLocks/>
            </p:cNvSpPr>
            <p:nvPr/>
          </p:nvSpPr>
          <p:spPr bwMode="auto">
            <a:xfrm>
              <a:off x="1565275" y="358775"/>
              <a:ext cx="142875" cy="182562"/>
            </a:xfrm>
            <a:custGeom>
              <a:avLst/>
              <a:gdLst>
                <a:gd name="T0" fmla="*/ 780 w 1171"/>
                <a:gd name="T1" fmla="*/ 0 h 1501"/>
                <a:gd name="T2" fmla="*/ 1171 w 1171"/>
                <a:gd name="T3" fmla="*/ 0 h 1501"/>
                <a:gd name="T4" fmla="*/ 1171 w 1171"/>
                <a:gd name="T5" fmla="*/ 1501 h 1501"/>
                <a:gd name="T6" fmla="*/ 870 w 1171"/>
                <a:gd name="T7" fmla="*/ 1501 h 1501"/>
                <a:gd name="T8" fmla="*/ 870 w 1171"/>
                <a:gd name="T9" fmla="*/ 560 h 1501"/>
                <a:gd name="T10" fmla="*/ 860 w 1171"/>
                <a:gd name="T11" fmla="*/ 560 h 1501"/>
                <a:gd name="T12" fmla="*/ 705 w 1171"/>
                <a:gd name="T13" fmla="*/ 1501 h 1501"/>
                <a:gd name="T14" fmla="*/ 465 w 1171"/>
                <a:gd name="T15" fmla="*/ 1501 h 1501"/>
                <a:gd name="T16" fmla="*/ 311 w 1171"/>
                <a:gd name="T17" fmla="*/ 560 h 1501"/>
                <a:gd name="T18" fmla="*/ 300 w 1171"/>
                <a:gd name="T19" fmla="*/ 560 h 1501"/>
                <a:gd name="T20" fmla="*/ 300 w 1171"/>
                <a:gd name="T21" fmla="*/ 1501 h 1501"/>
                <a:gd name="T22" fmla="*/ 0 w 1171"/>
                <a:gd name="T23" fmla="*/ 1501 h 1501"/>
                <a:gd name="T24" fmla="*/ 0 w 1171"/>
                <a:gd name="T25" fmla="*/ 0 h 1501"/>
                <a:gd name="T26" fmla="*/ 390 w 1171"/>
                <a:gd name="T27" fmla="*/ 0 h 1501"/>
                <a:gd name="T28" fmla="*/ 585 w 1171"/>
                <a:gd name="T29" fmla="*/ 1055 h 1501"/>
                <a:gd name="T30" fmla="*/ 780 w 1171"/>
                <a:gd name="T31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171" h="1501">
                  <a:moveTo>
                    <a:pt x="780" y="0"/>
                  </a:moveTo>
                  <a:lnTo>
                    <a:pt x="1171" y="0"/>
                  </a:lnTo>
                  <a:lnTo>
                    <a:pt x="1171" y="1501"/>
                  </a:lnTo>
                  <a:lnTo>
                    <a:pt x="870" y="1501"/>
                  </a:lnTo>
                  <a:lnTo>
                    <a:pt x="870" y="560"/>
                  </a:lnTo>
                  <a:lnTo>
                    <a:pt x="860" y="560"/>
                  </a:lnTo>
                  <a:lnTo>
                    <a:pt x="705" y="1501"/>
                  </a:lnTo>
                  <a:lnTo>
                    <a:pt x="465" y="1501"/>
                  </a:lnTo>
                  <a:lnTo>
                    <a:pt x="311" y="560"/>
                  </a:lnTo>
                  <a:lnTo>
                    <a:pt x="300" y="560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lnTo>
                    <a:pt x="390" y="0"/>
                  </a:lnTo>
                  <a:lnTo>
                    <a:pt x="585" y="1055"/>
                  </a:lnTo>
                  <a:lnTo>
                    <a:pt x="78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Freeform 14"/>
            <p:cNvSpPr>
              <a:spLocks noEditPoints="1"/>
            </p:cNvSpPr>
            <p:nvPr/>
          </p:nvSpPr>
          <p:spPr bwMode="auto">
            <a:xfrm>
              <a:off x="974725" y="598488"/>
              <a:ext cx="733425" cy="125412"/>
            </a:xfrm>
            <a:custGeom>
              <a:avLst/>
              <a:gdLst>
                <a:gd name="T0" fmla="*/ 6025 w 6025"/>
                <a:gd name="T1" fmla="*/ 1034 h 1034"/>
                <a:gd name="T2" fmla="*/ 0 w 6025"/>
                <a:gd name="T3" fmla="*/ 0 h 1034"/>
                <a:gd name="T4" fmla="*/ 351 w 6025"/>
                <a:gd name="T5" fmla="*/ 717 h 1034"/>
                <a:gd name="T6" fmla="*/ 457 w 6025"/>
                <a:gd name="T7" fmla="*/ 639 h 1034"/>
                <a:gd name="T8" fmla="*/ 351 w 6025"/>
                <a:gd name="T9" fmla="*/ 559 h 1034"/>
                <a:gd name="T10" fmla="*/ 5446 w 6025"/>
                <a:gd name="T11" fmla="*/ 397 h 1034"/>
                <a:gd name="T12" fmla="*/ 5818 w 6025"/>
                <a:gd name="T13" fmla="*/ 358 h 1034"/>
                <a:gd name="T14" fmla="*/ 5732 w 6025"/>
                <a:gd name="T15" fmla="*/ 502 h 1034"/>
                <a:gd name="T16" fmla="*/ 5642 w 6025"/>
                <a:gd name="T17" fmla="*/ 843 h 1034"/>
                <a:gd name="T18" fmla="*/ 5583 w 6025"/>
                <a:gd name="T19" fmla="*/ 643 h 1034"/>
                <a:gd name="T20" fmla="*/ 5690 w 6025"/>
                <a:gd name="T21" fmla="*/ 643 h 1034"/>
                <a:gd name="T22" fmla="*/ 5603 w 6025"/>
                <a:gd name="T23" fmla="*/ 561 h 1034"/>
                <a:gd name="T24" fmla="*/ 5639 w 6025"/>
                <a:gd name="T25" fmla="*/ 450 h 1034"/>
                <a:gd name="T26" fmla="*/ 5633 w 6025"/>
                <a:gd name="T27" fmla="*/ 305 h 1034"/>
                <a:gd name="T28" fmla="*/ 5446 w 6025"/>
                <a:gd name="T29" fmla="*/ 397 h 1034"/>
                <a:gd name="T30" fmla="*/ 4829 w 6025"/>
                <a:gd name="T31" fmla="*/ 319 h 1034"/>
                <a:gd name="T32" fmla="*/ 4789 w 6025"/>
                <a:gd name="T33" fmla="*/ 592 h 1034"/>
                <a:gd name="T34" fmla="*/ 4921 w 6025"/>
                <a:gd name="T35" fmla="*/ 208 h 1034"/>
                <a:gd name="T36" fmla="*/ 4911 w 6025"/>
                <a:gd name="T37" fmla="*/ 829 h 1034"/>
                <a:gd name="T38" fmla="*/ 4775 w 6025"/>
                <a:gd name="T39" fmla="*/ 704 h 1034"/>
                <a:gd name="T40" fmla="*/ 4607 w 6025"/>
                <a:gd name="T41" fmla="*/ 829 h 1034"/>
                <a:gd name="T42" fmla="*/ 4921 w 6025"/>
                <a:gd name="T43" fmla="*/ 208 h 1034"/>
                <a:gd name="T44" fmla="*/ 4194 w 6025"/>
                <a:gd name="T45" fmla="*/ 325 h 1034"/>
                <a:gd name="T46" fmla="*/ 3996 w 6025"/>
                <a:gd name="T47" fmla="*/ 829 h 1034"/>
                <a:gd name="T48" fmla="*/ 3847 w 6025"/>
                <a:gd name="T49" fmla="*/ 208 h 1034"/>
                <a:gd name="T50" fmla="*/ 3081 w 6025"/>
                <a:gd name="T51" fmla="*/ 208 h 1034"/>
                <a:gd name="T52" fmla="*/ 3059 w 6025"/>
                <a:gd name="T53" fmla="*/ 598 h 1034"/>
                <a:gd name="T54" fmla="*/ 3186 w 6025"/>
                <a:gd name="T55" fmla="*/ 208 h 1034"/>
                <a:gd name="T56" fmla="*/ 3329 w 6025"/>
                <a:gd name="T57" fmla="*/ 829 h 1034"/>
                <a:gd name="T58" fmla="*/ 3186 w 6025"/>
                <a:gd name="T59" fmla="*/ 684 h 1034"/>
                <a:gd name="T60" fmla="*/ 3213 w 6025"/>
                <a:gd name="T61" fmla="*/ 451 h 1034"/>
                <a:gd name="T62" fmla="*/ 2938 w 6025"/>
                <a:gd name="T63" fmla="*/ 829 h 1034"/>
                <a:gd name="T64" fmla="*/ 3081 w 6025"/>
                <a:gd name="T65" fmla="*/ 208 h 1034"/>
                <a:gd name="T66" fmla="*/ 2173 w 6025"/>
                <a:gd name="T67" fmla="*/ 362 h 1034"/>
                <a:gd name="T68" fmla="*/ 2151 w 6025"/>
                <a:gd name="T69" fmla="*/ 598 h 1034"/>
                <a:gd name="T70" fmla="*/ 2420 w 6025"/>
                <a:gd name="T71" fmla="*/ 208 h 1034"/>
                <a:gd name="T72" fmla="*/ 2278 w 6025"/>
                <a:gd name="T73" fmla="*/ 829 h 1034"/>
                <a:gd name="T74" fmla="*/ 2305 w 6025"/>
                <a:gd name="T75" fmla="*/ 451 h 1034"/>
                <a:gd name="T76" fmla="*/ 2176 w 6025"/>
                <a:gd name="T77" fmla="*/ 829 h 1034"/>
                <a:gd name="T78" fmla="*/ 2030 w 6025"/>
                <a:gd name="T79" fmla="*/ 208 h 1034"/>
                <a:gd name="T80" fmla="*/ 1265 w 6025"/>
                <a:gd name="T81" fmla="*/ 447 h 1034"/>
                <a:gd name="T82" fmla="*/ 1363 w 6025"/>
                <a:gd name="T83" fmla="*/ 208 h 1034"/>
                <a:gd name="T84" fmla="*/ 1512 w 6025"/>
                <a:gd name="T85" fmla="*/ 829 h 1034"/>
                <a:gd name="T86" fmla="*/ 1363 w 6025"/>
                <a:gd name="T87" fmla="*/ 565 h 1034"/>
                <a:gd name="T88" fmla="*/ 1265 w 6025"/>
                <a:gd name="T89" fmla="*/ 829 h 1034"/>
                <a:gd name="T90" fmla="*/ 1115 w 6025"/>
                <a:gd name="T91" fmla="*/ 208 h 1034"/>
                <a:gd name="T92" fmla="*/ 1265 w 6025"/>
                <a:gd name="T93" fmla="*/ 447 h 1034"/>
                <a:gd name="T94" fmla="*/ 395 w 6025"/>
                <a:gd name="T95" fmla="*/ 447 h 1034"/>
                <a:gd name="T96" fmla="*/ 395 w 6025"/>
                <a:gd name="T97" fmla="*/ 319 h 1034"/>
                <a:gd name="T98" fmla="*/ 351 w 6025"/>
                <a:gd name="T99" fmla="*/ 447 h 1034"/>
                <a:gd name="T100" fmla="*/ 445 w 6025"/>
                <a:gd name="T101" fmla="*/ 208 h 1034"/>
                <a:gd name="T102" fmla="*/ 513 w 6025"/>
                <a:gd name="T103" fmla="*/ 495 h 1034"/>
                <a:gd name="T104" fmla="*/ 415 w 6025"/>
                <a:gd name="T105" fmla="*/ 829 h 1034"/>
                <a:gd name="T106" fmla="*/ 206 w 6025"/>
                <a:gd name="T107" fmla="*/ 208 h 10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6025" h="1034">
                  <a:moveTo>
                    <a:pt x="0" y="1034"/>
                  </a:moveTo>
                  <a:lnTo>
                    <a:pt x="6025" y="1034"/>
                  </a:lnTo>
                  <a:lnTo>
                    <a:pt x="6025" y="0"/>
                  </a:lnTo>
                  <a:lnTo>
                    <a:pt x="0" y="0"/>
                  </a:lnTo>
                  <a:lnTo>
                    <a:pt x="0" y="1034"/>
                  </a:lnTo>
                  <a:close/>
                  <a:moveTo>
                    <a:pt x="351" y="717"/>
                  </a:moveTo>
                  <a:lnTo>
                    <a:pt x="384" y="717"/>
                  </a:lnTo>
                  <a:cubicBezTo>
                    <a:pt x="441" y="717"/>
                    <a:pt x="457" y="695"/>
                    <a:pt x="457" y="639"/>
                  </a:cubicBezTo>
                  <a:cubicBezTo>
                    <a:pt x="457" y="587"/>
                    <a:pt x="441" y="559"/>
                    <a:pt x="388" y="559"/>
                  </a:cubicBezTo>
                  <a:lnTo>
                    <a:pt x="351" y="559"/>
                  </a:lnTo>
                  <a:lnTo>
                    <a:pt x="351" y="717"/>
                  </a:lnTo>
                  <a:close/>
                  <a:moveTo>
                    <a:pt x="5446" y="397"/>
                  </a:moveTo>
                  <a:cubicBezTo>
                    <a:pt x="5446" y="268"/>
                    <a:pt x="5526" y="194"/>
                    <a:pt x="5633" y="194"/>
                  </a:cubicBezTo>
                  <a:cubicBezTo>
                    <a:pt x="5752" y="194"/>
                    <a:pt x="5818" y="271"/>
                    <a:pt x="5818" y="358"/>
                  </a:cubicBezTo>
                  <a:cubicBezTo>
                    <a:pt x="5818" y="435"/>
                    <a:pt x="5793" y="474"/>
                    <a:pt x="5730" y="502"/>
                  </a:cubicBezTo>
                  <a:lnTo>
                    <a:pt x="5732" y="502"/>
                  </a:lnTo>
                  <a:cubicBezTo>
                    <a:pt x="5795" y="525"/>
                    <a:pt x="5840" y="551"/>
                    <a:pt x="5840" y="663"/>
                  </a:cubicBezTo>
                  <a:cubicBezTo>
                    <a:pt x="5840" y="785"/>
                    <a:pt x="5761" y="843"/>
                    <a:pt x="5642" y="843"/>
                  </a:cubicBezTo>
                  <a:cubicBezTo>
                    <a:pt x="5550" y="843"/>
                    <a:pt x="5446" y="803"/>
                    <a:pt x="5446" y="643"/>
                  </a:cubicBezTo>
                  <a:lnTo>
                    <a:pt x="5583" y="643"/>
                  </a:lnTo>
                  <a:cubicBezTo>
                    <a:pt x="5583" y="712"/>
                    <a:pt x="5603" y="732"/>
                    <a:pt x="5636" y="732"/>
                  </a:cubicBezTo>
                  <a:cubicBezTo>
                    <a:pt x="5675" y="732"/>
                    <a:pt x="5690" y="712"/>
                    <a:pt x="5690" y="643"/>
                  </a:cubicBezTo>
                  <a:cubicBezTo>
                    <a:pt x="5690" y="585"/>
                    <a:pt x="5672" y="561"/>
                    <a:pt x="5625" y="561"/>
                  </a:cubicBezTo>
                  <a:lnTo>
                    <a:pt x="5603" y="561"/>
                  </a:lnTo>
                  <a:lnTo>
                    <a:pt x="5603" y="450"/>
                  </a:lnTo>
                  <a:lnTo>
                    <a:pt x="5639" y="450"/>
                  </a:lnTo>
                  <a:cubicBezTo>
                    <a:pt x="5660" y="450"/>
                    <a:pt x="5684" y="426"/>
                    <a:pt x="5684" y="381"/>
                  </a:cubicBezTo>
                  <a:cubicBezTo>
                    <a:pt x="5684" y="335"/>
                    <a:pt x="5669" y="305"/>
                    <a:pt x="5633" y="305"/>
                  </a:cubicBezTo>
                  <a:cubicBezTo>
                    <a:pt x="5595" y="305"/>
                    <a:pt x="5583" y="333"/>
                    <a:pt x="5583" y="397"/>
                  </a:cubicBezTo>
                  <a:lnTo>
                    <a:pt x="5446" y="397"/>
                  </a:lnTo>
                  <a:close/>
                  <a:moveTo>
                    <a:pt x="4869" y="592"/>
                  </a:moveTo>
                  <a:lnTo>
                    <a:pt x="4829" y="319"/>
                  </a:lnTo>
                  <a:lnTo>
                    <a:pt x="4828" y="319"/>
                  </a:lnTo>
                  <a:lnTo>
                    <a:pt x="4789" y="592"/>
                  </a:lnTo>
                  <a:lnTo>
                    <a:pt x="4869" y="592"/>
                  </a:lnTo>
                  <a:close/>
                  <a:moveTo>
                    <a:pt x="4921" y="208"/>
                  </a:moveTo>
                  <a:lnTo>
                    <a:pt x="5058" y="829"/>
                  </a:lnTo>
                  <a:lnTo>
                    <a:pt x="4911" y="829"/>
                  </a:lnTo>
                  <a:lnTo>
                    <a:pt x="4889" y="704"/>
                  </a:lnTo>
                  <a:lnTo>
                    <a:pt x="4775" y="704"/>
                  </a:lnTo>
                  <a:lnTo>
                    <a:pt x="4756" y="829"/>
                  </a:lnTo>
                  <a:lnTo>
                    <a:pt x="4607" y="829"/>
                  </a:lnTo>
                  <a:lnTo>
                    <a:pt x="4742" y="208"/>
                  </a:lnTo>
                  <a:lnTo>
                    <a:pt x="4921" y="208"/>
                  </a:lnTo>
                  <a:close/>
                  <a:moveTo>
                    <a:pt x="4194" y="208"/>
                  </a:moveTo>
                  <a:lnTo>
                    <a:pt x="4194" y="325"/>
                  </a:lnTo>
                  <a:lnTo>
                    <a:pt x="3996" y="325"/>
                  </a:lnTo>
                  <a:lnTo>
                    <a:pt x="3996" y="829"/>
                  </a:lnTo>
                  <a:lnTo>
                    <a:pt x="3847" y="829"/>
                  </a:lnTo>
                  <a:lnTo>
                    <a:pt x="3847" y="208"/>
                  </a:lnTo>
                  <a:lnTo>
                    <a:pt x="4194" y="208"/>
                  </a:lnTo>
                  <a:close/>
                  <a:moveTo>
                    <a:pt x="3081" y="208"/>
                  </a:moveTo>
                  <a:lnTo>
                    <a:pt x="3081" y="362"/>
                  </a:lnTo>
                  <a:cubicBezTo>
                    <a:pt x="3081" y="430"/>
                    <a:pt x="3062" y="529"/>
                    <a:pt x="3059" y="598"/>
                  </a:cubicBezTo>
                  <a:lnTo>
                    <a:pt x="3060" y="598"/>
                  </a:lnTo>
                  <a:lnTo>
                    <a:pt x="3186" y="208"/>
                  </a:lnTo>
                  <a:lnTo>
                    <a:pt x="3329" y="208"/>
                  </a:lnTo>
                  <a:lnTo>
                    <a:pt x="3329" y="829"/>
                  </a:lnTo>
                  <a:lnTo>
                    <a:pt x="3186" y="829"/>
                  </a:lnTo>
                  <a:lnTo>
                    <a:pt x="3186" y="684"/>
                  </a:lnTo>
                  <a:cubicBezTo>
                    <a:pt x="3186" y="618"/>
                    <a:pt x="3207" y="516"/>
                    <a:pt x="3213" y="451"/>
                  </a:cubicBezTo>
                  <a:lnTo>
                    <a:pt x="3213" y="451"/>
                  </a:lnTo>
                  <a:lnTo>
                    <a:pt x="3084" y="829"/>
                  </a:lnTo>
                  <a:lnTo>
                    <a:pt x="2938" y="829"/>
                  </a:lnTo>
                  <a:lnTo>
                    <a:pt x="2938" y="208"/>
                  </a:lnTo>
                  <a:lnTo>
                    <a:pt x="3081" y="208"/>
                  </a:lnTo>
                  <a:close/>
                  <a:moveTo>
                    <a:pt x="2173" y="208"/>
                  </a:moveTo>
                  <a:lnTo>
                    <a:pt x="2173" y="362"/>
                  </a:lnTo>
                  <a:cubicBezTo>
                    <a:pt x="2173" y="430"/>
                    <a:pt x="2154" y="529"/>
                    <a:pt x="2151" y="598"/>
                  </a:cubicBezTo>
                  <a:lnTo>
                    <a:pt x="2151" y="598"/>
                  </a:lnTo>
                  <a:lnTo>
                    <a:pt x="2278" y="208"/>
                  </a:lnTo>
                  <a:lnTo>
                    <a:pt x="2420" y="208"/>
                  </a:lnTo>
                  <a:lnTo>
                    <a:pt x="2420" y="829"/>
                  </a:lnTo>
                  <a:lnTo>
                    <a:pt x="2278" y="829"/>
                  </a:lnTo>
                  <a:lnTo>
                    <a:pt x="2278" y="684"/>
                  </a:lnTo>
                  <a:cubicBezTo>
                    <a:pt x="2278" y="618"/>
                    <a:pt x="2298" y="516"/>
                    <a:pt x="2305" y="451"/>
                  </a:cubicBezTo>
                  <a:lnTo>
                    <a:pt x="2305" y="451"/>
                  </a:lnTo>
                  <a:lnTo>
                    <a:pt x="2176" y="829"/>
                  </a:lnTo>
                  <a:lnTo>
                    <a:pt x="2030" y="829"/>
                  </a:lnTo>
                  <a:lnTo>
                    <a:pt x="2030" y="208"/>
                  </a:lnTo>
                  <a:lnTo>
                    <a:pt x="2173" y="208"/>
                  </a:lnTo>
                  <a:close/>
                  <a:moveTo>
                    <a:pt x="1265" y="447"/>
                  </a:moveTo>
                  <a:lnTo>
                    <a:pt x="1363" y="447"/>
                  </a:lnTo>
                  <a:lnTo>
                    <a:pt x="1363" y="208"/>
                  </a:lnTo>
                  <a:lnTo>
                    <a:pt x="1512" y="208"/>
                  </a:lnTo>
                  <a:lnTo>
                    <a:pt x="1512" y="829"/>
                  </a:lnTo>
                  <a:lnTo>
                    <a:pt x="1363" y="829"/>
                  </a:lnTo>
                  <a:lnTo>
                    <a:pt x="1363" y="565"/>
                  </a:lnTo>
                  <a:lnTo>
                    <a:pt x="1265" y="565"/>
                  </a:lnTo>
                  <a:lnTo>
                    <a:pt x="1265" y="829"/>
                  </a:lnTo>
                  <a:lnTo>
                    <a:pt x="1115" y="829"/>
                  </a:lnTo>
                  <a:lnTo>
                    <a:pt x="1115" y="208"/>
                  </a:lnTo>
                  <a:lnTo>
                    <a:pt x="1265" y="208"/>
                  </a:lnTo>
                  <a:lnTo>
                    <a:pt x="1265" y="447"/>
                  </a:lnTo>
                  <a:close/>
                  <a:moveTo>
                    <a:pt x="351" y="447"/>
                  </a:moveTo>
                  <a:lnTo>
                    <a:pt x="395" y="447"/>
                  </a:lnTo>
                  <a:cubicBezTo>
                    <a:pt x="437" y="447"/>
                    <a:pt x="454" y="426"/>
                    <a:pt x="454" y="377"/>
                  </a:cubicBezTo>
                  <a:cubicBezTo>
                    <a:pt x="454" y="341"/>
                    <a:pt x="437" y="319"/>
                    <a:pt x="395" y="319"/>
                  </a:cubicBezTo>
                  <a:lnTo>
                    <a:pt x="351" y="319"/>
                  </a:lnTo>
                  <a:lnTo>
                    <a:pt x="351" y="447"/>
                  </a:lnTo>
                  <a:close/>
                  <a:moveTo>
                    <a:pt x="206" y="208"/>
                  </a:moveTo>
                  <a:lnTo>
                    <a:pt x="445" y="208"/>
                  </a:lnTo>
                  <a:cubicBezTo>
                    <a:pt x="518" y="208"/>
                    <a:pt x="598" y="252"/>
                    <a:pt x="598" y="363"/>
                  </a:cubicBezTo>
                  <a:cubicBezTo>
                    <a:pt x="598" y="448"/>
                    <a:pt x="546" y="488"/>
                    <a:pt x="513" y="495"/>
                  </a:cubicBezTo>
                  <a:cubicBezTo>
                    <a:pt x="571" y="519"/>
                    <a:pt x="604" y="559"/>
                    <a:pt x="604" y="645"/>
                  </a:cubicBezTo>
                  <a:cubicBezTo>
                    <a:pt x="604" y="761"/>
                    <a:pt x="542" y="829"/>
                    <a:pt x="415" y="829"/>
                  </a:cubicBezTo>
                  <a:lnTo>
                    <a:pt x="206" y="829"/>
                  </a:lnTo>
                  <a:lnTo>
                    <a:pt x="206" y="2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99804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0" r:id="rId1"/>
    <p:sldLayoutId id="2147483871" r:id="rId2"/>
  </p:sldLayoutIdLst>
  <p:hf sldNum="0" hdr="0" dt="0"/>
  <p:txStyles>
    <p:titleStyle>
      <a:lvl1pPr algn="l" defTabSz="1217613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lang="ru-RU" sz="2600" b="1" kern="1200" dirty="0">
          <a:solidFill>
            <a:srgbClr val="0079C2"/>
          </a:solidFill>
          <a:latin typeface="Arial Narrow" pitchFamily="34" charset="0"/>
          <a:ea typeface="+mj-ea"/>
          <a:cs typeface="+mj-cs"/>
        </a:defRPr>
      </a:lvl1pPr>
      <a:lvl2pPr algn="l" defTabSz="1217613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0079C2"/>
          </a:solidFill>
          <a:latin typeface="Arial Narrow" panose="020B0606020202030204" pitchFamily="34" charset="0"/>
        </a:defRPr>
      </a:lvl2pPr>
      <a:lvl3pPr algn="l" defTabSz="1217613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0079C2"/>
          </a:solidFill>
          <a:latin typeface="Arial Narrow" panose="020B0606020202030204" pitchFamily="34" charset="0"/>
        </a:defRPr>
      </a:lvl3pPr>
      <a:lvl4pPr algn="l" defTabSz="1217613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0079C2"/>
          </a:solidFill>
          <a:latin typeface="Arial Narrow" panose="020B0606020202030204" pitchFamily="34" charset="0"/>
        </a:defRPr>
      </a:lvl4pPr>
      <a:lvl5pPr algn="l" defTabSz="1217613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0079C2"/>
          </a:solidFill>
          <a:latin typeface="Arial Narrow" panose="020B0606020202030204" pitchFamily="34" charset="0"/>
        </a:defRPr>
      </a:lvl5pPr>
      <a:lvl6pPr marL="457200" algn="l" defTabSz="1217613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0079C2"/>
          </a:solidFill>
          <a:latin typeface="Arial Narrow" panose="020B0606020202030204" pitchFamily="34" charset="0"/>
        </a:defRPr>
      </a:lvl6pPr>
      <a:lvl7pPr marL="914400" algn="l" defTabSz="1217613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0079C2"/>
          </a:solidFill>
          <a:latin typeface="Arial Narrow" panose="020B0606020202030204" pitchFamily="34" charset="0"/>
        </a:defRPr>
      </a:lvl7pPr>
      <a:lvl8pPr marL="1371600" algn="l" defTabSz="1217613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0079C2"/>
          </a:solidFill>
          <a:latin typeface="Arial Narrow" panose="020B0606020202030204" pitchFamily="34" charset="0"/>
        </a:defRPr>
      </a:lvl8pPr>
      <a:lvl9pPr marL="1828800" algn="l" defTabSz="1217613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0079C2"/>
          </a:solidFill>
          <a:latin typeface="Arial Narrow" panose="020B0606020202030204" pitchFamily="34" charset="0"/>
        </a:defRPr>
      </a:lvl9pPr>
    </p:titleStyle>
    <p:bodyStyle>
      <a:lvl1pPr indent="-4556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2000" kern="1200" dirty="0">
          <a:solidFill>
            <a:srgbClr val="000000"/>
          </a:solidFill>
          <a:latin typeface="Arial Narrow" pitchFamily="34" charset="0"/>
          <a:ea typeface="+mn-ea"/>
          <a:cs typeface="+mn-cs"/>
        </a:defRPr>
      </a:lvl1pPr>
      <a:lvl2pPr indent="-3794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2pPr>
      <a:lvl3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3pPr>
      <a:lvl4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4pPr>
      <a:lvl5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74">
          <p15:clr>
            <a:srgbClr val="F26B43"/>
          </p15:clr>
        </p15:guide>
        <p15:guide id="2" orient="horz" pos="3793">
          <p15:clr>
            <a:srgbClr val="F26B43"/>
          </p15:clr>
        </p15:guide>
        <p15:guide id="3" orient="horz" pos="845">
          <p15:clr>
            <a:srgbClr val="F26B43"/>
          </p15:clr>
        </p15:guide>
        <p15:guide id="4" orient="horz" pos="663">
          <p15:clr>
            <a:srgbClr val="F26B43"/>
          </p15:clr>
        </p15:guide>
        <p15:guide id="5" pos="1277">
          <p15:clr>
            <a:srgbClr val="F26B43"/>
          </p15:clr>
        </p15:guide>
        <p15:guide id="6" orient="horz" pos="572">
          <p15:clr>
            <a:srgbClr val="F26B43"/>
          </p15:clr>
        </p15:guide>
        <p15:guide id="7" pos="1413">
          <p15:clr>
            <a:srgbClr val="F26B43"/>
          </p15:clr>
        </p15:guide>
        <p15:guide id="8" pos="7514">
          <p15:clr>
            <a:srgbClr val="F26B43"/>
          </p15:clr>
        </p15:guide>
        <p15:guide id="9" pos="166">
          <p15:clr>
            <a:srgbClr val="F26B43"/>
          </p15:clr>
        </p15:guide>
        <p15:guide id="10" orient="horz" pos="4201">
          <p15:clr>
            <a:srgbClr val="F26B43"/>
          </p15:clr>
        </p15:guide>
        <p15:guide id="11" orient="horz" pos="96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882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3" r:id="rId1"/>
  </p:sldLayoutIdLst>
  <p:hf sldNum="0" hdr="0" dt="0"/>
  <p:txStyles>
    <p:titleStyle>
      <a:lvl1pPr algn="ctr" defTabSz="1217613" rtl="0" eaLnBrk="1" fontAlgn="base" hangingPunct="1">
        <a:spcBef>
          <a:spcPct val="0"/>
        </a:spcBef>
        <a:spcAft>
          <a:spcPct val="0"/>
        </a:spcAft>
        <a:defRPr lang="ru-RU" sz="2500" kern="1200" dirty="0">
          <a:solidFill>
            <a:schemeClr val="bg1"/>
          </a:solidFill>
          <a:latin typeface="Arial Narrow" pitchFamily="34" charset="0"/>
          <a:ea typeface="+mj-ea"/>
          <a:cs typeface="+mj-cs"/>
        </a:defRPr>
      </a:lvl1pPr>
      <a:lvl2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2pPr>
      <a:lvl3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3pPr>
      <a:lvl4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4pPr>
      <a:lvl5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5pPr>
      <a:lvl6pPr marL="4572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6pPr>
      <a:lvl7pPr marL="9144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7pPr>
      <a:lvl8pPr marL="13716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8pPr>
      <a:lvl9pPr marL="18288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9pPr>
    </p:titleStyle>
    <p:bodyStyle>
      <a:lvl1pPr indent="-455613" algn="l" defTabSz="1217613" rtl="0" eaLnBrk="1" fontAlgn="base" hangingPunct="1">
        <a:spcBef>
          <a:spcPts val="600"/>
        </a:spcBef>
        <a:spcAft>
          <a:spcPct val="0"/>
        </a:spcAft>
        <a:buFont typeface="Arial" panose="020B0604020202020204" pitchFamily="34" charset="0"/>
        <a:defRPr lang="ru-RU" sz="3600" b="1" kern="1200" dirty="0">
          <a:solidFill>
            <a:srgbClr val="0079C2"/>
          </a:solidFill>
          <a:latin typeface="Arial Narrow" pitchFamily="34" charset="0"/>
          <a:ea typeface="+mn-ea"/>
          <a:cs typeface="+mn-cs"/>
        </a:defRPr>
      </a:lvl1pPr>
      <a:lvl2pPr indent="-3794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2pPr>
      <a:lvl3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3pPr>
      <a:lvl4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4pPr>
      <a:lvl5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5pPr>
      <a:lvl6pPr marL="335263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663">
          <p15:clr>
            <a:srgbClr val="F26B43"/>
          </p15:clr>
        </p15:guide>
        <p15:guide id="2" pos="166">
          <p15:clr>
            <a:srgbClr val="F26B43"/>
          </p15:clr>
        </p15:guide>
        <p15:guide id="3" pos="1413">
          <p15:clr>
            <a:srgbClr val="F26B43"/>
          </p15:clr>
        </p15:guide>
        <p15:guide id="4" orient="horz" pos="96">
          <p15:clr>
            <a:srgbClr val="F26B43"/>
          </p15:clr>
        </p15:guide>
        <p15:guide id="5" orient="horz" pos="572">
          <p15:clr>
            <a:srgbClr val="F26B43"/>
          </p15:clr>
        </p15:guide>
        <p15:guide id="6" pos="7514">
          <p15:clr>
            <a:srgbClr val="F26B43"/>
          </p15:clr>
        </p15:guide>
        <p15:guide id="7" pos="1277">
          <p15:clr>
            <a:srgbClr val="F26B43"/>
          </p15:clr>
        </p15:guide>
        <p15:guide id="8" orient="horz" pos="3974">
          <p15:clr>
            <a:srgbClr val="F26B43"/>
          </p15:clr>
        </p15:guide>
        <p15:guide id="9" orient="horz" pos="420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quarter" idx="14"/>
          </p:nvPr>
        </p:nvSpPr>
        <p:spPr>
          <a:xfrm>
            <a:off x="2274696" y="2127996"/>
            <a:ext cx="7443788" cy="2339978"/>
          </a:xfrm>
        </p:spPr>
        <p:txBody>
          <a:bodyPr/>
          <a:lstStyle/>
          <a:p>
            <a:pPr algn="ctr">
              <a:lnSpc>
                <a:spcPts val="6000"/>
              </a:lnSpc>
            </a:pPr>
            <a:r>
              <a:rPr lang="ru-RU" sz="4400" b="1" dirty="0"/>
              <a:t>Технология программирования и автоматизация обработки данных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356965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ru-RU"/>
              <a:t>Введение в </a:t>
            </a:r>
            <a:r>
              <a:rPr lang="en-US"/>
              <a:t>Python</a:t>
            </a:r>
            <a:endParaRPr lang="ru-RU" dirty="0"/>
          </a:p>
        </p:txBody>
      </p:sp>
      <p:sp>
        <p:nvSpPr>
          <p:cNvPr id="4" name="Google Shape;97;p15"/>
          <p:cNvSpPr txBox="1">
            <a:spLocks/>
          </p:cNvSpPr>
          <p:nvPr/>
        </p:nvSpPr>
        <p:spPr>
          <a:xfrm>
            <a:off x="2246928" y="1576867"/>
            <a:ext cx="10653824" cy="170450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1217613" rtl="0" eaLnBrk="1" fontAlgn="base" hangingPunct="1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defRPr lang="ru-RU" sz="2600" b="1" kern="1200" dirty="0">
                <a:solidFill>
                  <a:srgbClr val="0079C2"/>
                </a:solidFill>
                <a:latin typeface="Arial Narrow" pitchFamily="34" charset="0"/>
                <a:ea typeface="+mj-ea"/>
                <a:cs typeface="+mj-cs"/>
              </a:defRPr>
            </a:lvl1pPr>
            <a:lvl2pPr algn="l" defTabSz="1217613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79C2"/>
                </a:solidFill>
                <a:latin typeface="Arial Narrow" panose="020B0606020202030204" pitchFamily="34" charset="0"/>
              </a:defRPr>
            </a:lvl2pPr>
            <a:lvl3pPr algn="l" defTabSz="1217613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79C2"/>
                </a:solidFill>
                <a:latin typeface="Arial Narrow" panose="020B0606020202030204" pitchFamily="34" charset="0"/>
              </a:defRPr>
            </a:lvl3pPr>
            <a:lvl4pPr algn="l" defTabSz="1217613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79C2"/>
                </a:solidFill>
                <a:latin typeface="Arial Narrow" panose="020B0606020202030204" pitchFamily="34" charset="0"/>
              </a:defRPr>
            </a:lvl4pPr>
            <a:lvl5pPr algn="l" defTabSz="1217613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79C2"/>
                </a:solidFill>
                <a:latin typeface="Arial Narrow" panose="020B0606020202030204" pitchFamily="34" charset="0"/>
              </a:defRPr>
            </a:lvl5pPr>
            <a:lvl6pPr marL="457200" algn="l" defTabSz="1217613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79C2"/>
                </a:solidFill>
                <a:latin typeface="Arial Narrow" panose="020B0606020202030204" pitchFamily="34" charset="0"/>
              </a:defRPr>
            </a:lvl6pPr>
            <a:lvl7pPr marL="914400" algn="l" defTabSz="1217613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79C2"/>
                </a:solidFill>
                <a:latin typeface="Arial Narrow" panose="020B0606020202030204" pitchFamily="34" charset="0"/>
              </a:defRPr>
            </a:lvl7pPr>
            <a:lvl8pPr marL="1371600" algn="l" defTabSz="1217613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79C2"/>
                </a:solidFill>
                <a:latin typeface="Arial Narrow" panose="020B0606020202030204" pitchFamily="34" charset="0"/>
              </a:defRPr>
            </a:lvl8pPr>
            <a:lvl9pPr marL="1828800" algn="l" defTabSz="1217613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79C2"/>
                </a:solidFill>
                <a:latin typeface="Arial Narrow" panose="020B0606020202030204" pitchFamily="34" charset="0"/>
              </a:defRPr>
            </a:lvl9pPr>
          </a:lstStyle>
          <a:p>
            <a:pPr>
              <a:lnSpc>
                <a:spcPts val="56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4800" dirty="0"/>
              <a:t>Исключения и </a:t>
            </a:r>
          </a:p>
          <a:p>
            <a:pPr>
              <a:lnSpc>
                <a:spcPts val="56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4800" dirty="0"/>
              <a:t>Итераторы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528715" y="1562154"/>
            <a:ext cx="2204450" cy="186204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500" b="1" dirty="0">
                <a:solidFill>
                  <a:schemeClr val="bg1">
                    <a:lumMod val="65000"/>
                  </a:schemeClr>
                </a:solidFill>
                <a:latin typeface="+mj-lt"/>
              </a:rPr>
              <a:t>14</a:t>
            </a:r>
            <a:r>
              <a:rPr lang="ru-RU" sz="11500" b="1" dirty="0">
                <a:solidFill>
                  <a:schemeClr val="bg1">
                    <a:lumMod val="65000"/>
                  </a:schemeClr>
                </a:solidFill>
                <a:latin typeface="+mj-lt"/>
              </a:rPr>
              <a:t>. </a:t>
            </a:r>
            <a:endParaRPr lang="ru-RU" sz="11500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7296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699186" y="1383956"/>
            <a:ext cx="10793628" cy="4479323"/>
          </a:xfrm>
          <a:prstGeom prst="rect">
            <a:avLst/>
          </a:prstGeom>
          <a:solidFill>
            <a:srgbClr val="EEF8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Задача 1.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Чтение файла с обработкой Создайте функцию, которая пытается открыть файл и прочитать его содержимое. Если файл не существует, функция должна создать его с текстом "Файл создан автоматически".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rgbClr val="0077C2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Задача 2.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Есть список случайных чисел. Выведите все элементы, которые меньше 5.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rgbClr val="0077C2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Задача 3.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Даны 2 списка со случайными числами. Нужно вернуть список, который состоит из элементов, общих для этих двух списков.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rgbClr val="0077C2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Задача 4.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Напишите генератор, выдающий очередное значение суммы ряда           начиная с первого элемента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Посчитать сумму для N=10000</a:t>
            </a:r>
          </a:p>
        </p:txBody>
      </p:sp>
      <p:sp>
        <p:nvSpPr>
          <p:cNvPr id="2" name="Нижний колонтитул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ru-RU" dirty="0"/>
              <a:t>Введение в </a:t>
            </a:r>
            <a:r>
              <a:rPr lang="en-US" dirty="0"/>
              <a:t>Python</a:t>
            </a: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</a:t>
            </a:r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7">
                <a:extLst>
                  <a:ext uri="{FF2B5EF4-FFF2-40B4-BE49-F238E27FC236}">
                    <a16:creationId xmlns:a16="http://schemas.microsoft.com/office/drawing/2014/main" id="{7662039A-22D0-45A1-AE5D-E31FF4A1DE9A}"/>
                  </a:ext>
                </a:extLst>
              </p:cNvPr>
              <p:cNvSpPr txBox="1"/>
              <p:nvPr/>
            </p:nvSpPr>
            <p:spPr>
              <a:xfrm>
                <a:off x="7920516" y="4104918"/>
                <a:ext cx="465769" cy="5881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pt-BR" i="1" smtClean="0">
                              <a:solidFill>
                                <a:srgbClr val="0077C2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solidFill>
                                <a:srgbClr val="0077C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 smtClean="0">
                              <a:solidFill>
                                <a:srgbClr val="0077C2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solidFill>
                                <a:srgbClr val="0077C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 smtClean="0">
                              <a:solidFill>
                                <a:srgbClr val="0077C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0077C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0077C2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rgbClr val="0077C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rgbClr val="0077C2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rgbClr val="0077C2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ru-RU" dirty="0">
                  <a:solidFill>
                    <a:srgbClr val="0077C2"/>
                  </a:solidFill>
                </a:endParaRPr>
              </a:p>
            </p:txBody>
          </p:sp>
        </mc:Choice>
        <mc:Fallback>
          <p:sp>
            <p:nvSpPr>
              <p:cNvPr id="6" name="TextBox 7">
                <a:extLst>
                  <a:ext uri="{FF2B5EF4-FFF2-40B4-BE49-F238E27FC236}">
                    <a16:creationId xmlns:a16="http://schemas.microsoft.com/office/drawing/2014/main" id="{7662039A-22D0-45A1-AE5D-E31FF4A1D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0516" y="4104918"/>
                <a:ext cx="465769" cy="58817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42275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Задачи</a:t>
            </a:r>
            <a:endParaRPr lang="ru-RU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767402" y="1235676"/>
            <a:ext cx="10903430" cy="4967415"/>
          </a:xfrm>
          <a:prstGeom prst="rect">
            <a:avLst/>
          </a:prstGeom>
          <a:solidFill>
            <a:srgbClr val="EEF8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Задача 5.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Реализуйте функцию </a:t>
            </a:r>
            <a:r>
              <a:rPr kumimoji="0" lang="ru-RU" altLang="ru-RU" sz="1800" b="0" i="0" u="none" strike="noStrike" cap="none" normalizeH="0" baseline="0" dirty="0" err="1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zip_longest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(*</a:t>
            </a:r>
            <a:r>
              <a:rPr kumimoji="0" lang="ru-RU" altLang="ru-RU" sz="1800" b="0" i="0" u="none" strike="noStrike" cap="none" normalizeH="0" baseline="0" dirty="0" err="1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iterables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kumimoji="0" lang="ru-RU" altLang="ru-RU" sz="1800" b="0" i="0" u="none" strike="noStrike" cap="none" normalizeH="0" baseline="0" dirty="0" err="1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fillvalue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=</a:t>
            </a:r>
            <a:r>
              <a:rPr kumimoji="0" lang="ru-RU" altLang="ru-RU" sz="1800" b="0" i="0" u="none" strike="noStrike" cap="none" normalizeH="0" baseline="0" dirty="0" err="1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None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), которая работает как встроенная </a:t>
            </a:r>
            <a:r>
              <a:rPr kumimoji="0" lang="ru-RU" altLang="ru-RU" sz="1800" b="0" i="0" u="none" strike="noStrike" cap="none" normalizeH="0" baseline="0" dirty="0" err="1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zip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, но продолжает итерацию до самого длинного итерируемого объекта, заполняя отсутствующие значения.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sz="1800" dirty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Задача 6.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Создайте генератор случайных паролей заданной длины. Каждый вызов </a:t>
            </a:r>
            <a:r>
              <a:rPr kumimoji="0" lang="ru-RU" altLang="ru-RU" sz="1800" b="0" i="0" u="none" strike="noStrike" cap="none" normalizeH="0" baseline="0" dirty="0" err="1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next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() выдает новый пароль из букв и цифр.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sz="1800" dirty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Задача 7.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Написать параметрическую генератор-функцию </a:t>
            </a:r>
            <a:r>
              <a:rPr kumimoji="0" lang="ru-RU" altLang="ru-RU" sz="1800" b="0" i="0" u="none" strike="noStrike" cap="none" normalizeH="0" baseline="0" dirty="0" err="1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turtle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(), описывающую движение «черепахи» по координатной плоскости. Координаты увеличиваются на северо-восток. Генератор принимает три команды — "f" (переход на 1 шаг вперёд), "l" (поворот против часовой стрелки на 90°) и "r" (поворот по часовой стрелке на 90°) и возвращает текущие координаты черепахи.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sz="1800" dirty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077C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Задача 8.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1800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Напишите генератор чисел в последовательности </a:t>
            </a:r>
            <a:r>
              <a:rPr lang="ru-RU" altLang="ru-RU" sz="1800" dirty="0" err="1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Фиббоначи</a:t>
            </a:r>
            <a:r>
              <a:rPr lang="ru-RU" altLang="ru-RU" sz="1800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rgbClr val="0077C2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rgbClr val="0077C2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977996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замены титула">
  <a:themeElements>
    <a:clrScheme name="Палитра Газпром ВНИИГАЗ">
      <a:dk1>
        <a:srgbClr val="4A596A"/>
      </a:dk1>
      <a:lt1>
        <a:srgbClr val="FFFFFF"/>
      </a:lt1>
      <a:dk2>
        <a:srgbClr val="0079C2"/>
      </a:dk2>
      <a:lt2>
        <a:srgbClr val="E0F9FE"/>
      </a:lt2>
      <a:accent1>
        <a:srgbClr val="0079C2"/>
      </a:accent1>
      <a:accent2>
        <a:srgbClr val="19E1E1"/>
      </a:accent2>
      <a:accent3>
        <a:srgbClr val="2CB487"/>
      </a:accent3>
      <a:accent4>
        <a:srgbClr val="FF9C5F"/>
      </a:accent4>
      <a:accent5>
        <a:srgbClr val="EE4A5A"/>
      </a:accent5>
      <a:accent6>
        <a:srgbClr val="DA8ECD"/>
      </a:accent6>
      <a:hlink>
        <a:srgbClr val="002060"/>
      </a:hlink>
      <a:folHlink>
        <a:srgbClr val="7030A0"/>
      </a:folHlink>
    </a:clrScheme>
    <a:fontScheme name="Шрифт Газпром ВНИИГАЗ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spAutoFit/>
      </a:bodyPr>
      <a:lstStyle>
        <a:defPPr>
          <a:defRPr dirty="0" smtClean="0">
            <a:latin typeface="+mj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Газпром ВНИИГАЗ_Основной титул">
  <a:themeElements>
    <a:clrScheme name="Палитра Газпром ВНИИГАЗ">
      <a:dk1>
        <a:srgbClr val="4A596A"/>
      </a:dk1>
      <a:lt1>
        <a:srgbClr val="FFFFFF"/>
      </a:lt1>
      <a:dk2>
        <a:srgbClr val="0079C2"/>
      </a:dk2>
      <a:lt2>
        <a:srgbClr val="E0F9FE"/>
      </a:lt2>
      <a:accent1>
        <a:srgbClr val="0079C2"/>
      </a:accent1>
      <a:accent2>
        <a:srgbClr val="19E1E1"/>
      </a:accent2>
      <a:accent3>
        <a:srgbClr val="2CB487"/>
      </a:accent3>
      <a:accent4>
        <a:srgbClr val="FF9C5F"/>
      </a:accent4>
      <a:accent5>
        <a:srgbClr val="EE4A5A"/>
      </a:accent5>
      <a:accent6>
        <a:srgbClr val="DA8ECD"/>
      </a:accent6>
      <a:hlink>
        <a:srgbClr val="002060"/>
      </a:hlink>
      <a:folHlink>
        <a:srgbClr val="7030A0"/>
      </a:folHlink>
    </a:clrScheme>
    <a:fontScheme name="Шрифт Газпром ВНИИГАЗ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Газпром ВНИИГАЗ_Основной титул" id="{C397697F-F5E1-4298-A648-3DC45A8263DA}" vid="{9BE9E90D-8CDA-425F-BD50-9BB6D7E31679}"/>
    </a:ext>
  </a:extLst>
</a:theme>
</file>

<file path=ppt/theme/theme3.xml><?xml version="1.0" encoding="utf-8"?>
<a:theme xmlns:a="http://schemas.openxmlformats.org/drawingml/2006/main" name="Газпром ВНИИГАЗ_Шмуцтитулы">
  <a:themeElements>
    <a:clrScheme name="Палитра Газпром ВНИИГАЗ">
      <a:dk1>
        <a:srgbClr val="4A596A"/>
      </a:dk1>
      <a:lt1>
        <a:srgbClr val="FFFFFF"/>
      </a:lt1>
      <a:dk2>
        <a:srgbClr val="0079C2"/>
      </a:dk2>
      <a:lt2>
        <a:srgbClr val="E0F9FE"/>
      </a:lt2>
      <a:accent1>
        <a:srgbClr val="0079C2"/>
      </a:accent1>
      <a:accent2>
        <a:srgbClr val="19E1E1"/>
      </a:accent2>
      <a:accent3>
        <a:srgbClr val="2CB487"/>
      </a:accent3>
      <a:accent4>
        <a:srgbClr val="FF9C5F"/>
      </a:accent4>
      <a:accent5>
        <a:srgbClr val="EE4A5A"/>
      </a:accent5>
      <a:accent6>
        <a:srgbClr val="DA8ECD"/>
      </a:accent6>
      <a:hlink>
        <a:srgbClr val="002060"/>
      </a:hlink>
      <a:folHlink>
        <a:srgbClr val="7030A0"/>
      </a:folHlink>
    </a:clrScheme>
    <a:fontScheme name="Шрифт Газпром ВНИИГАЗ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Газпром ВНИИГАЗ_Шмуцтитулы" id="{5F303918-08FC-4850-AA74-3F40398BD930}" vid="{354D9BAA-3665-4909-BAE5-D51A27A7D6DF}"/>
    </a:ext>
  </a:extLst>
</a:theme>
</file>

<file path=ppt/theme/theme4.xml><?xml version="1.0" encoding="utf-8"?>
<a:theme xmlns:a="http://schemas.openxmlformats.org/drawingml/2006/main" name="Газпром ВНИИГАЗ_Типовые">
  <a:themeElements>
    <a:clrScheme name="Палитра Газпром ВНИИГАЗ">
      <a:dk1>
        <a:srgbClr val="4A596A"/>
      </a:dk1>
      <a:lt1>
        <a:srgbClr val="FFFFFF"/>
      </a:lt1>
      <a:dk2>
        <a:srgbClr val="0079C2"/>
      </a:dk2>
      <a:lt2>
        <a:srgbClr val="E0F9FE"/>
      </a:lt2>
      <a:accent1>
        <a:srgbClr val="0079C2"/>
      </a:accent1>
      <a:accent2>
        <a:srgbClr val="19E1E1"/>
      </a:accent2>
      <a:accent3>
        <a:srgbClr val="2CB487"/>
      </a:accent3>
      <a:accent4>
        <a:srgbClr val="FF9C5F"/>
      </a:accent4>
      <a:accent5>
        <a:srgbClr val="EE4A5A"/>
      </a:accent5>
      <a:accent6>
        <a:srgbClr val="DA8ECD"/>
      </a:accent6>
      <a:hlink>
        <a:srgbClr val="002060"/>
      </a:hlink>
      <a:folHlink>
        <a:srgbClr val="7030A0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lIns="0" tIns="0" rIns="0" bIns="0" rtlCol="0">
        <a:spAutoFit/>
      </a:bodyPr>
      <a:lstStyle>
        <a:defPPr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Газпром ВНИИГАЗ_Типовые" id="{32D3D2F1-3E8A-4560-A7AD-937C36AE1383}" vid="{2DE00677-BDF2-4C88-86FA-F05D27BA9E75}"/>
    </a:ext>
  </a:extLst>
</a:theme>
</file>

<file path=ppt/theme/theme5.xml><?xml version="1.0" encoding="utf-8"?>
<a:theme xmlns:a="http://schemas.openxmlformats.org/drawingml/2006/main" name="Газпром ВНИИГАЗ_Спасибо">
  <a:themeElements>
    <a:clrScheme name="Палитра Газпром ВНИИГАЗ">
      <a:dk1>
        <a:srgbClr val="4A596A"/>
      </a:dk1>
      <a:lt1>
        <a:srgbClr val="FFFFFF"/>
      </a:lt1>
      <a:dk2>
        <a:srgbClr val="0079C2"/>
      </a:dk2>
      <a:lt2>
        <a:srgbClr val="E0F9FE"/>
      </a:lt2>
      <a:accent1>
        <a:srgbClr val="0079C2"/>
      </a:accent1>
      <a:accent2>
        <a:srgbClr val="19E1E1"/>
      </a:accent2>
      <a:accent3>
        <a:srgbClr val="2CB487"/>
      </a:accent3>
      <a:accent4>
        <a:srgbClr val="FF9C5F"/>
      </a:accent4>
      <a:accent5>
        <a:srgbClr val="EE4A5A"/>
      </a:accent5>
      <a:accent6>
        <a:srgbClr val="DA8ECD"/>
      </a:accent6>
      <a:hlink>
        <a:srgbClr val="002060"/>
      </a:hlink>
      <a:folHlink>
        <a:srgbClr val="7030A0"/>
      </a:folHlink>
    </a:clrScheme>
    <a:fontScheme name="Шрифт Газпром ВНИИГАЗ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Газпром ВНИИГАЗ_Спасибо" id="{BA32FC82-268B-4C6A-B9AE-63B85559129D}" vid="{9F1884DA-6748-46E7-BE0B-48E86C89EB8C}"/>
    </a:ext>
  </a:extLst>
</a:theme>
</file>

<file path=ppt/theme/theme6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22381</TotalTime>
  <Words>250</Words>
  <Application>Microsoft Office PowerPoint</Application>
  <PresentationFormat>Широкоэкранный</PresentationFormat>
  <Paragraphs>33</Paragraphs>
  <Slides>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5</vt:i4>
      </vt:variant>
      <vt:variant>
        <vt:lpstr>Заголовки слайдов</vt:lpstr>
      </vt:variant>
      <vt:variant>
        <vt:i4>4</vt:i4>
      </vt:variant>
    </vt:vector>
  </HeadingPairs>
  <TitlesOfParts>
    <vt:vector size="14" baseType="lpstr">
      <vt:lpstr>Arial</vt:lpstr>
      <vt:lpstr>Arial Narrow</vt:lpstr>
      <vt:lpstr>Calibri</vt:lpstr>
      <vt:lpstr>Cambria Math</vt:lpstr>
      <vt:lpstr>Segoe UI</vt:lpstr>
      <vt:lpstr>Для замены титула</vt:lpstr>
      <vt:lpstr>Газпром ВНИИГАЗ_Основной титул</vt:lpstr>
      <vt:lpstr>Газпром ВНИИГАЗ_Шмуцтитулы</vt:lpstr>
      <vt:lpstr>Газпром ВНИИГАЗ_Типовые</vt:lpstr>
      <vt:lpstr>Газпром ВНИИГАЗ_Спасибо</vt:lpstr>
      <vt:lpstr>Презентация PowerPoint</vt:lpstr>
      <vt:lpstr>Презентация PowerPoint</vt:lpstr>
      <vt:lpstr>Задачи</vt:lpstr>
      <vt:lpstr>Задачи</vt:lpstr>
    </vt:vector>
  </TitlesOfParts>
  <Company>OOO Gazprom VNIIGAZ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K_Remishevskaya</dc:creator>
  <cp:lastModifiedBy>Илья Бадрызлов</cp:lastModifiedBy>
  <cp:revision>1198</cp:revision>
  <cp:lastPrinted>2019-09-16T14:00:21Z</cp:lastPrinted>
  <dcterms:created xsi:type="dcterms:W3CDTF">2019-09-13T09:31:10Z</dcterms:created>
  <dcterms:modified xsi:type="dcterms:W3CDTF">2025-11-19T08:55:06Z</dcterms:modified>
</cp:coreProperties>
</file>