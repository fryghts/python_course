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0"/>
  </p:notesMasterIdLst>
  <p:handoutMasterIdLst>
    <p:handoutMasterId r:id="rId11"/>
  </p:handoutMasterIdLst>
  <p:sldIdLst>
    <p:sldId id="300" r:id="rId6"/>
    <p:sldId id="298" r:id="rId7"/>
    <p:sldId id="306" r:id="rId8"/>
    <p:sldId id="307" r:id="rId9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4A596A"/>
    <a:srgbClr val="0079C2"/>
    <a:srgbClr val="8A9BAE"/>
    <a:srgbClr val="0051A3"/>
    <a:srgbClr val="004181"/>
    <a:srgbClr val="43B7F7"/>
    <a:srgbClr val="929AA4"/>
    <a:srgbClr val="CCE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5" autoAdjust="0"/>
    <p:restoredTop sz="96318" autoAdjust="0"/>
  </p:normalViewPr>
  <p:slideViewPr>
    <p:cSldViewPr snapToGrid="0" showGuides="1">
      <p:cViewPr varScale="1">
        <p:scale>
          <a:sx n="85" d="100"/>
          <a:sy n="85" d="100"/>
        </p:scale>
        <p:origin x="619" y="5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05.11.2025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05.11.2025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mtClean="0"/>
              <a:t>Введение в </a:t>
            </a:r>
            <a:r>
              <a:rPr lang="en-US" altLang="ru-RU" smtClean="0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390148" y="2252205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 smtClean="0"/>
              <a:t>Работа с файлами</a:t>
            </a:r>
            <a:endParaRPr lang="ru-RU" sz="4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65088" y="1576867"/>
            <a:ext cx="2204450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1</a:t>
            </a:r>
            <a:r>
              <a:rPr lang="ru-RU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4.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01230" y="1624482"/>
            <a:ext cx="11414252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en-US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Выберите любую папку на своем компьютере, имеющую вложенные директории. Выведите на печать в терминал ее содержимое, как и всех подкаталогов при помощи функции 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os.walk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  <a:endParaRPr lang="en-US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en-US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Имеется текстовый файл prices.txt с информацией о заказе из интернет магазина. В нем каждая строка с помощью символа табуляции \t разделена на три 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колонки:</a:t>
            </a:r>
            <a:r>
              <a:rPr lang="en-US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наименование товара;</a:t>
            </a:r>
            <a:r>
              <a:rPr lang="en-US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количество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товара (целое число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);</a:t>
            </a:r>
            <a:r>
              <a:rPr lang="en-US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цена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(в рублях) товара за 1 шт. (целое число). Напишите программу, подсчитывающую общую стоимость заказа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</a:t>
            </a:r>
            <a:r>
              <a:rPr lang="en-US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Напишите программу, которая принимает поисковый запрос и выводит названия текстовых файлов, содержащих искомую подстроку. Все файлы находятся в текущей директории (</a:t>
            </a:r>
            <a:r>
              <a:rPr lang="ru-RU" sz="1800" dirty="0" err="1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os.listdir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()).</a:t>
            </a:r>
          </a:p>
        </p:txBody>
      </p:sp>
    </p:spTree>
    <p:extLst>
      <p:ext uri="{BB962C8B-B14F-4D97-AF65-F5344CB8AC3E}">
        <p14:creationId xmlns:p14="http://schemas.microsoft.com/office/powerpoint/2010/main" val="141103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Введение в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72354" y="1113548"/>
            <a:ext cx="10408022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8</a:t>
            </a: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Выведите в обратном порядке содержимое всего файла полностью. Для этого считайте файл целиком при помощи метода 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().</a:t>
            </a:r>
            <a:endParaRPr lang="en-US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9</a:t>
            </a: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Во входном файле записано два целых числа, которые могут быть разделены пробелами и концами строк. Выведите в выходной файл их сумму. Считайте весь файл в строковую переменную при помощи метода 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 и разбейте ее на части при помощи метода 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split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().</a:t>
            </a:r>
            <a:endParaRPr lang="en-US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10</a:t>
            </a: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Напишите функцию 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read_last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lines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которая будет открывать определенный файл 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 выводить на печать построчно последние строки в количестве 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lines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(на всякий случай проверим, что задано положительное целое число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  <a:endParaRPr lang="en-US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11</a:t>
            </a: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Требуется реализовать функцию 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longest_words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которая выводит слово, имеющее максимальную длину (или список слов, если таковых несколько) в файле 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748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33703</TotalTime>
  <Words>273</Words>
  <Application>Microsoft Office PowerPoint</Application>
  <PresentationFormat>Широкоэкранный</PresentationFormat>
  <Paragraphs>28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4</vt:i4>
      </vt:variant>
    </vt:vector>
  </HeadingPairs>
  <TitlesOfParts>
    <vt:vector size="13" baseType="lpstr">
      <vt:lpstr>Arial</vt:lpstr>
      <vt:lpstr>Arial Narrow</vt:lpstr>
      <vt:lpstr>Calibri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Задачи</vt:lpstr>
      <vt:lpstr>Задачи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1188</cp:revision>
  <cp:lastPrinted>2019-09-16T14:00:21Z</cp:lastPrinted>
  <dcterms:created xsi:type="dcterms:W3CDTF">2019-09-13T09:31:10Z</dcterms:created>
  <dcterms:modified xsi:type="dcterms:W3CDTF">2025-11-11T08:04:30Z</dcterms:modified>
</cp:coreProperties>
</file>